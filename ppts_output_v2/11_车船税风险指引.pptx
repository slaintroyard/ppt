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车船税风险指引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4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车船税风险指引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在单位内部场所使用的机动车辆未申报缴纳车船税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部分在单位内部场所行驶或者作业的机动车辆，依法不需要在车船登记管理部门办理登记，但如果属于车船税征税范围，仍需要申报缴纳车船税，可能存在瞒报或者忘记纳税申报的情况，产生漏缴车船税风险。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根据《中华人民共和国车船税法实施条例》（中华人民共和国国务院令第611号）第二条规定：车船税法第一条所称车辆、船舶，是指：（一）依法应当在车船登记管理部门登记的机动车辆和船舶；
（二）依法不需要在车船登记管理部门登记的在单位内部场所行驶或者作业的机动车辆和船舶。</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企业在对于依法不需要在车船登记管理部门登记的在单位内部场所行驶或者作业的机动车辆和船舶，可能存在瞒报或者忘记纳税申报的情况，在税务机关进行检查的时候，可能出现补缴税款、加收滞纳金以及影响纳税人信誉度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企业自行检查依法不需要在车船登记管理部门登记的在单位内部场所行驶或者作业的机动车辆和船舶，是否存在漏报的情况，如果存在，应该及时改正。</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车船税风险指引  |  风险点 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旅居车（房车）未按实际税目申报车船税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旅居车（俗称房车）不属于专业作业车，部分保险机构对旅居车按照专业作业车代收车船税，应根据车辆情况按照乘用车、商用车或挂车代收车船税，存在较大征管风险。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车船税法实施条例》（中华人民共和国国务院令第611号）第二十六条规定：车船税法所附《车船税税目税额表》中车辆、船舶的含义如下：乘用车，是指在设计和技术特性上主要用于载运乘客及随身行李，核定载客人数包括驾驶员在内不超过9人的汽车。
商用车，是指除乘用车外，在设计和技术特性上用于载运乘客、货物的汽车，划分为客车和货车。
半挂牵引车，是指装备有特殊装置用于牵引半挂车的商用车。
三轮汽车，是指最高设计车速不超过每小时50公里，具有三个车轮的货车。
低速载货汽车，是指以柴油机为动力，最高设计车速不超过每小时70公里，具有四个车轮的货车。
挂车，是指就其设计和技术特性需由汽车或者拖拉机牵引，才能正常使用的一种无动力的道路车辆。
专用作业车，是指在其设计和技术特性上用于特殊工作的车辆。
轮式专用机械车，是指有特殊结构和专门功能，装有橡胶车轮可以自行行驶，最高设计车速大于每小时20公里的轮式工程机械车。
摩托车，是指无论采用何种驱动方式，最高设计车速大于每小时50公里，或者使用内燃机，其排量大于50毫升的两轮或者三轮车辆。</a:t>
            </a:r>
          </a:p>
          <a:p>
            <a:pPr>
              <a:spcBef>
                <a:spcPts val="100"/>
              </a:spcBef>
              <a:spcAft>
                <a:spcPts val="100"/>
              </a:spcAft>
            </a:pPr>
            <a:r>
              <a:rPr sz="950" b="0">
                <a:solidFill>
                  <a:srgbClr val="1B5C9E"/>
                </a:solidFill>
                <a:latin typeface="Microsoft YaHei"/>
              </a:rPr>
              <a:t>船舶，是指各类机动、非机动船舶以及其他水上移动装置，但是船舶上装备的救生艇筏和长度小于5米的艇筏除外。
其中，机动船舶是指用机器推进的船舶；
拖船是指专门用于拖（推）动运输船舶的专业作业船舶；
非机动驳船，是指在船舶登记管理部门登记为驳船的非机动船舶；
游艇是指具备内置机械推进动力装置，长度在90米以下，主要用于游览观光、休闲娱乐、水上体育运动等活动，并应当具有船舶检验证书和适航证书的船舶。
根据《国家税务总局关于车船税征管若干问题的公告》（国家税务总局公告2013年第42号）第一条规定：对于在设计和技术特性上用于特殊工作，并装置有专用设备或器具的汽车，应认定为专用作业车，如汽车起重机、消防车、混凝土泵车、清障车、高空作业车、洒水车、扫路车等。
以载运人员或货物为主要目的的专用汽车，如救护车，不属于专用作业车。</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旅居车未按照实际税目申报缴纳车船税，存在少缴车船税风险。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旅居车应区分为两大类三种情形计征车船税。
第一大类是能独立驱动、自行行驶的旅居车，属于在设计和技术特性上用于载运乘客及随身行李的汽车。
其按核定载客人数分为两种情形，第一种是核定载客人数包括驾驶员在内不超过9人，为乘用车，按排气量计征；
第二种是核定载客人数包括驾驶员在内超过9人，为商用车中的客车，按辆计征。
第二大类是旅居挂车，属于设计和技术特性需由汽车牵引，才能正常使用的无动力的道路车辆，是第三种情形，为挂车，按整备质量和货车税额的50%计征。
企业要核对是否按实际税目申报车船税。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车船税风险指引  |  风险点 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同一辆车两个或两个以上年度申报车船税税额不一致</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部分车辆在没有政策变化影响的情况下，由于错误申报税目、排气量、整备质量等信息，出现两个或两个以上年度申报缴纳的车船税税额不一致的问题，存在少缴车船税风险。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中华人民共和国车船税法》（中华人民共和国主席令第51号）规定：第一条在中华人民共和国境内属于本法所附《车船税税目税额表》规定的车辆、船舶（以下简称车船）的所有人或者管理人，为车船税的纳税人，应当依照本法缴纳车船税。
第二条车船的适用税额依照本法所附《车船税税目税额表》执行。
车辆的具体适用税额由省、自治区、直辖市人民政府依照本法所附《车船税税目税额表》规定的税额幅度和国务院的规定确定。
船舶的具体适用税额由国务院在本法所附《车船税税目税额表》规定的税额幅度内确定。
《黑龙江省人民政府关于印发黑龙江省车船税实施办法的通知》（黑政发〔2011〕100号）规定：第三条车船的适用税额依照《黑龙江省车船税税目税额表》执行。</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由于错误申报税目、排气量、整备质量等信息，出现两个或两个以上年度申报缴纳的车船税税额不一致的问题，存在少缴车船税风险。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企业核查是否出现两个或两个以上年度申报缴纳的车船税税额不一致的情况，寻找原因，排除风险。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车船税风险指引  |  风险点 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为运输设备材料和配件购买的渔船，未缴纳车船税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渔业机械制造企业为了在水面运输设备材料和配件购买的渔船，已经在渔业船舶管理部门登记，但未缴纳车船税。</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根据《中华人民共和国车船税法》（中华人民共和国主席令第51号）第三条的规定：下列车船免征车船税：（一）捕捞、养殖渔船。
《中华人民共和国车船税法实施条例》（中华人民共和国国务院令第611号）第七条规定，《车船税法》第三条第一项所称的捕捞、养殖渔船，是指在渔业船舶登记管理部门登记为捕捞船或者养殖船的船舶。</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渔业机械制造企业为了在水面运输设备材料和配件购买的渔船，已经在渔业船舶管理部门登记，却未缴纳车船税，不符合免纳车船税的规定，需要补缴车船税。</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《中华人民共和国车船税法实施条例》（中华人民共和国国务院令第611号）第七条规定，车船税法第三条第一项所称的捕捞、养殖渔船，是指在渔业船舶登记管理部门登记为捕捞船或者养殖船的船舶。
渔业机械制造企业为了在水面运输设备材料和配件购买的渔船，不属于捕捞船或者养殖船，应当缴纳车船税。
308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