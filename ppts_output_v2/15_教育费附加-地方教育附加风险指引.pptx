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教育费附加、地方教育附加风险指引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教育费附加、地方教育附加风险指引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纳税人在补缴增值税或消费税时，未补缴教育费附加、地方教育附加</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纳税人少缴、漏缴增值税和消费税，后期补缴两税时，未补缴教育费附加、地方教育附加。</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城市维护建设税计税依据确定办法等事项的公告》（财政部税务总局公告2021年第28号）的规定：一、城市维护建设税以纳税人依法实际缴纳的增值税、消费税税额（以下简称两税税额）为计税依据。
二、教育费附加、地方教育附加计征依据与城市维护建设税计税依据一致，按本公告第一条规定执行。
《国家税务总局关于城市维护建设税征收管理有关事项的公告》（国家税务总局公告2021年第26号）第五条第二款规定，采用委托代征、代扣代缴、代收代缴、预缴、补缴等方式缴纳两税的，应当同时缴纳城建税。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纳税人少缴、漏缴增值税或消费税，后期补缴两税时，未补缴教育费附加、地方教育附加，存在少缴教育费附加、地方教育附加的风险。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企业核查补缴增值税或消费税时，是否同时补缴教育费附加、地方教育附加。
327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