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烟叶税风险指引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3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烟叶税风险指引  |  风险点 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烟叶税少计计税依据少缴税款风险</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企业申报的价款总额未包括价外补贴，或价外补贴未统一按烟叶收购价款的10%计算。</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根据《中华人民共和国烟叶税法》第三条的规定：烟叶税的计税依据为纳税人收购烟叶实际支付的价款总额。
《财政部税务总局关于明确烟叶税计税依据的通知》（财税〔2018〕75号）纳税人收购烟叶实际支付的价款总额包括纳税人支付给烟叶生产销售单位和个人的烟叶收购价款和价外补贴。
其中，价外补贴统一按烟叶收购价款的10%计算。</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企业在申报烟叶税时，计税依据按照烟叶收购价款申报，未包含价外补贴，或者包含的价外补贴不是按照烟叶收购价款的10%计算的，将会造成烟叶税计税依据减少，产生少缴烟叶税的风险。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企业申报烟叶税时，无论实际支付的价外费用是多少，都应按支付价款的10%核算价外费用，并将价款及价外费用共同申报为烟叶税计税依据。</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烟叶税风险指引  |  风险点 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烟叶税纳税义务发生时间确认错误风险</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未按规定以纳税人收购烟叶的当日确认纳税义务发生时间。</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根据《中华人民共和国烟叶税法》的规定：第八条烟叶税的纳税义务发生时间为纳税人收购烟叶的当日。
第九条烟叶税按月计征，纳税人应当于纳税义务发生月终了之日起十五日内申报并缴纳税款。</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企业未按收购烟叶的当日确认纳税义务发生时间，而出现延期缴纳税款的情况。</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企业应按实际收购烟叶时间入账核算，并按规定期限申报缴纳烟叶税。</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烟叶税风险指引  |  风险点 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烟叶税纳税地点适用错误风险</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企业未按照规定向烟叶收购地税务机关申报缴纳烟叶税。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根据《中华人民共和国烟叶税法》第七条的规定：纳税人应当向烟叶收购地的主管税务机关申报缴纳烟叶税。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企业向机构所在地或其他非收购地税务机关申报缴纳烟叶税，导致烟叶税纳税地点错误，造成税款划转的风险。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企业应据实向烟叶收购地的主管税务机关申报纳税。
338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