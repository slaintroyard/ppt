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残疾人就业保障金风险指引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应缴纳残疾人就业保障金而未缴纳</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属于残疾人就业保障金缴纳义务人的用人单位在规定申报期内未申报缴纳残疾人就业保障金。</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 号）的规定：</a:t>
            </a:r>
          </a:p>
          <a:p>
            <a:pPr algn="l">
              <a:lnSpc>
                <a:spcPts val="1430"/>
              </a:lnSpc>
              <a:spcBef>
                <a:spcPts val="200"/>
              </a:spcBef>
              <a:spcAft>
                <a:spcPts val="200"/>
              </a:spcAft>
            </a:pPr>
            <a:r>
              <a:rPr sz="11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用人单位应缴未缴残疾人就业保障金的风险。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用人单位核查是否在申报期内申报缴纳了残疾人就业保障金。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残疾人就业保障金应缴费额计算错误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用人单位错误填写职工人数或工资总额，残疾人就业保障金计算依据错误。</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 号）的规定：</a:t>
            </a:r>
          </a:p>
          <a:p>
            <a:pPr algn="l">
              <a:lnSpc>
                <a:spcPts val="1430"/>
              </a:lnSpc>
              <a:spcBef>
                <a:spcPts val="200"/>
              </a:spcBef>
              <a:spcAft>
                <a:spcPts val="200"/>
              </a:spcAft>
            </a:pPr>
            <a:r>
              <a:rPr sz="11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 1 年以上（含 1 年）劳动合同（服务协议）的人员。季节性用工应当折算为年平均用工人数。以劳务派遣用工的，计入派遣单位在职职工人数。</a:t>
            </a:r>
          </a:p>
          <a:p>
            <a:pPr algn="l">
              <a:lnSpc>
                <a:spcPts val="1430"/>
              </a:lnSpc>
              <a:spcBef>
                <a:spcPts val="200"/>
              </a:spcBef>
              <a:spcAft>
                <a:spcPts val="200"/>
              </a:spcAft>
            </a:pPr>
            <a:r>
              <a:rPr sz="1100" b="0">
                <a:solidFill>
                  <a:srgbClr val="000000"/>
                </a:solidFill>
                <a:latin typeface="Microsoft YaHei"/>
              </a:rPr>
              <a:t>用人单位安排残疾人就业未达到规定比例的差额人数，以公式计算结果为准，可以不是整数。</a:t>
            </a:r>
          </a:p>
          <a:p>
            <a:pPr algn="l">
              <a:lnSpc>
                <a:spcPts val="1430"/>
              </a:lnSpc>
              <a:spcBef>
                <a:spcPts val="200"/>
              </a:spcBef>
              <a:spcAft>
                <a:spcPts val="200"/>
              </a:spcAft>
            </a:pPr>
            <a:r>
              <a:rPr sz="11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 1 年的，应先将实际工作月份数折算成年，再乘以人数计算。用人单位成立不到一年或当年注销的按实际月份计算征收保障金；</a:t>
            </a:r>
          </a:p>
          <a:p>
            <a:pPr algn="l">
              <a:lnSpc>
                <a:spcPts val="1430"/>
              </a:lnSpc>
              <a:spcBef>
                <a:spcPts val="200"/>
              </a:spcBef>
              <a:spcAft>
                <a:spcPts val="200"/>
              </a:spcAft>
            </a:pPr>
            <a:r>
              <a:rPr sz="1100" b="0">
                <a:solidFill>
                  <a:srgbClr val="000000"/>
                </a:solidFill>
                <a:latin typeface="Microsoft YaHei"/>
              </a:rPr>
              <a:t>成立不到一个月的，免征保障金。</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用人单位错误填报少缴纳残疾人就业保障金的风险。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用人单位核查在职职工人数及工资总额等信息是否正确填报，是否少缴残疾人就业保障金。</a:t>
            </a:r>
          </a:p>
          <a:p>
            <a:pPr algn="l">
              <a:lnSpc>
                <a:spcPts val="1430"/>
              </a:lnSpc>
              <a:spcBef>
                <a:spcPts val="200"/>
              </a:spcBef>
              <a:spcAft>
                <a:spcPts val="200"/>
              </a:spcAft>
            </a:pPr>
            <a:r>
              <a:rPr sz="1100" b="0">
                <a:solidFill>
                  <a:srgbClr val="000000"/>
                </a:solidFill>
                <a:latin typeface="Microsoft YaHei"/>
              </a:rPr>
              <a:t>343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