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耕地占用税纳税地点申报错误风险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耕地占用税纳税地点申报错误，未在占用耕地所在地申报缴纳耕地占用税。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耕地占用税税收优惠适用风险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不能准确辨别减免税条件，错误适用减免税政策。</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l">
              <a:lnSpc>
                <a:spcPct val="125000"/>
              </a:lnSpc>
              <a:spcBef>
                <a:spcPts val="200"/>
              </a:spcBef>
              <a:spcAft>
                <a:spcPts val="20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l">
              <a:lnSpc>
                <a:spcPct val="125000"/>
              </a:lnSpc>
              <a:spcBef>
                <a:spcPts val="200"/>
              </a:spcBef>
              <a:spcAft>
                <a:spcPts val="200"/>
              </a:spcAft>
            </a:pPr>
            <a:r>
              <a:rPr sz="1400" b="0">
                <a:solidFill>
                  <a:srgbClr val="000000"/>
                </a:solidFill>
                <a:latin typeface="Microsoft YaHei"/>
              </a:rPr>
              <a:t>、耕地占用税和教育费附加、地方教育附加。</a:t>
            </a:r>
          </a:p>
          <a:p>
            <a:pPr algn="l">
              <a:lnSpc>
                <a:spcPct val="125000"/>
              </a:lnSpc>
              <a:spcBef>
                <a:spcPts val="200"/>
              </a:spcBef>
              <a:spcAft>
                <a:spcPts val="20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免税用地改变用途未按规定补缴税款</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l">
              <a:lnSpc>
                <a:spcPct val="125000"/>
              </a:lnSpc>
              <a:spcBef>
                <a:spcPts val="200"/>
              </a:spcBef>
              <a:spcAft>
                <a:spcPts val="20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