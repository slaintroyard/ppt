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耕地占用税风险指引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3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耕地占用税风险指引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耕地占用税纳税地点申报错误风险</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耕地占用税纳税地点申报错误，未在占用耕地所在地申报缴纳耕地占用税。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根据《关于发布&lt;中华人民共和国耕地占用税法实施办法&gt;的公告》（财政部公告 2019 年第 81 号）第二十八条的规定：纳税人占用耕地，应当在耕地所在地申报纳税。</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耕地占用税根据人均耕地面积实行差别定额税率，纳税地点错误将会造成适用税率错误，同时可能存在转引税收收入的风险。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纳税人应按农用地专用方案批复文件中批复的具体农用地所在地申报纳税。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耕地占用税风险指引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耕地占用税税收优惠适用风险</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不能准确辨别减免税条件，错误适用减免税政策。</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耕地占用税法》第七条的规定：军事设施、学校、幼儿园、社会福利机构、医疗机构占用耕地，免征耕地占用税。铁路线路、公路线路、飞机场跑道、停机坪、港口、航道、水利工程占用耕地，减按每平方米二元的税额征收耕地占用税。农村居民在规定用地标准以内占用耕地新建自用住宅，按照当地适用税额减半征收耕地占用税；其中农村居民经批准搬迁，新建自用住宅占用耕地不超过原宅基地面积的部分，免征耕地占用税。农村烈士遗属、因公牺牲军人遗属、残疾军人以及符合农村最低生活保障条件的农村居民，在规定用地标准以内新建自用住宅，免征耕地占用税。根据国民经济和社会发展的需要，国务院可以规定免征或者减征耕地占用税的其他情形，报全国人民代表大会常务委员会备案。《中华人民共和国耕地占用税法》第八条依照本法第七条第一款、第二款规定免征或者减征耕地占用税后，纳税人改变原占地用途，不再属于免征或者减征耕地占用税情形的，应当按照当地适用税额补缴耕地占用税。</a:t>
            </a:r>
          </a:p>
          <a:p>
            <a:pPr algn="l">
              <a:lnSpc>
                <a:spcPts val="1430"/>
              </a:lnSpc>
              <a:spcBef>
                <a:spcPts val="200"/>
              </a:spcBef>
              <a:spcAft>
                <a:spcPts val="200"/>
              </a:spcAft>
            </a:pPr>
            <a:r>
              <a:rPr sz="1100" b="0">
                <a:solidFill>
                  <a:srgbClr val="000000"/>
                </a:solidFill>
                <a:latin typeface="Microsoft YaHei"/>
              </a:rPr>
              <a:t>《国家税务总局关于耕地占用税征收管理有关事项的公告》（国家税务总局公告 2019 年第 30 号）九、耕地占用税减免优惠实行“自行判别、申报享受、有关资料留存备查”办理方式。纳税人根据政策规定自行判断是否符合优惠条件，符合条件的，纳税人申报享受税收优惠，并将有关资料留存备查。纳税人对留存材料的真实性和合法性承担法律责任。符合耕地占用税减免条件的纳税人，应留存下列材料：（一）军事设施占用应税土地的证明材料；（二）学校、幼儿园、社会福利机构、医疗机构占用应税土地的证明材料；（三）铁路线路、公路线路、飞机场跑道、停机坪、港口、航道、水利工程占用应税土地的证明材料；（四）农村居民建房占用土地及其他相关证明材料；（五）其他减免耕地占用税情形的证明材料。《财政部 税务总局关于进一步实施小微企业“六税两费”减免政策的公告》（财政部 税务总局公告 2022 年第10 号）一、由省、自治区、直辖市人民政府根据本地区实际情况，以及宏观调控需要确定，对增值税小规模纳税人、小型微利企业和个体工商户可以在50%的税额幅度内减征资源税、城市维护建设税、房产税、城镇土地使用税、印花税（不含证券交易印花税）</a:t>
            </a:r>
          </a:p>
          <a:p>
            <a:pPr algn="l">
              <a:lnSpc>
                <a:spcPts val="1430"/>
              </a:lnSpc>
              <a:spcBef>
                <a:spcPts val="200"/>
              </a:spcBef>
              <a:spcAft>
                <a:spcPts val="200"/>
              </a:spcAft>
            </a:pPr>
            <a:r>
              <a:rPr sz="1100" b="0">
                <a:solidFill>
                  <a:srgbClr val="000000"/>
                </a:solidFill>
                <a:latin typeface="Microsoft YaHei"/>
              </a:rPr>
              <a:t>、耕地占用税和教育费附加、地方教育附加。</a:t>
            </a:r>
          </a:p>
          <a:p>
            <a:pPr algn="l">
              <a:lnSpc>
                <a:spcPts val="1430"/>
              </a:lnSpc>
              <a:spcBef>
                <a:spcPts val="200"/>
              </a:spcBef>
              <a:spcAft>
                <a:spcPts val="200"/>
              </a:spcAft>
            </a:pPr>
            <a:r>
              <a:rPr sz="1100" b="0">
                <a:solidFill>
                  <a:srgbClr val="000000"/>
                </a:solidFill>
                <a:latin typeface="Microsoft YaHei"/>
              </a:rPr>
              <a:t>《财政部 税务总局关于进一步实施小微企业“六税两费”减免政策的公告》（财政部 税务总局公告 2022 年第10 号）二、增值税小规模纳税人、小型微利企业和个体工商户已依法享受资源税、城市维护建设税、房产税、城镇土地使用税、印花税、耕地占用税、教育费附加、地方教育附加其他优惠政策的，可叠加享受本公告第一条规定的优惠政策。</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纳税人符合减免税条件未享受的，将造成应享未享减免税；纳税人不符合减免税条件而享受的，将造成少缴税款风险。减免税政策执行错误将面临审计风险。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首先在准确认定耕地占用税纳税人的前提下，准确认定纳税人是否可以享受“六税两费”减免税政策，应注意分支机构、分公司、子公司等特殊纳税主体的认定；其次应查阅纳税人提供的减免税证明材料，准确区分符合减免税与不符合减免税的情形；再次要注意占用土地文件中是否含有水利、交通等可能存在减免情况的关键字，存在关键字的应提醒纳税人减免税相关政策，辅导纳税人判断是否可以享受税收优惠政策，对于纳税人自行认为不符合减免税条件的，必要时可要求其具体说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耕地占用税风险指引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免税用地改变用途未按规定补缴税款</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企业对于占用的耕地之前属于耕地占用税免税范围的，但是再后来的经营过程中需要改变耕地的用途，但是没有在改变用途后补缴耕地占用税，造成了少缴耕地占用税的风险，在税务机关进行纳税检查的时候，可能会产生补缴税款、加收滞纳金以及影响纳税人信誉度的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耕地占用税法》第八条依照本法第七条第一款、第二款的规定;免征或者减征耕地占用税后，纳税人改变原占地用途，不再属于免征或者减征耕地占用税情形的，应当按照当地适用税额补缴耕地占用税。</a:t>
            </a:r>
          </a:p>
          <a:p>
            <a:pPr algn="l">
              <a:lnSpc>
                <a:spcPts val="1430"/>
              </a:lnSpc>
              <a:spcBef>
                <a:spcPts val="200"/>
              </a:spcBef>
              <a:spcAft>
                <a:spcPts val="200"/>
              </a:spcAft>
            </a:pPr>
            <a:r>
              <a:rPr sz="1100" b="0">
                <a:solidFill>
                  <a:srgbClr val="000000"/>
                </a:solidFill>
                <a:latin typeface="Microsoft YaHei"/>
              </a:rPr>
              <a:t>《财政部 税务总局 自然资源部 农业农村部生态环境部关于发布《中华人民共和国耕地占用税法实施办法》的公告》（财政部公告 2019 年第 81 号）第十七条 根据税法第八条的规定，纳税人改变原占地用途，不再属于免征或减征情形的，应自改变用途之日起30日内申报补缴税款，补缴税款按改变用途的实际占用耕地面积和改变用途时当地适用税额计算。</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对于占用的耕地的用途总是在不停地改变，或者企业会占用之前用于免征耕地占用税的用地，于是就会出现，之前属于耕地占用税免税范围的，但是再后来的经营过程中需要改变耕地的用途，但是没有在改变用途后补缴耕地占用税，造成了少缴耕地占用税的风险，在税务机关进行纳税检查的时候，可能会产生补缴税款、加收滞纳金以及影响纳税人信誉度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企业在占用土地的时候了解它是否属于耕地占用税征税范围内用地，了解免征或者减征耕地占用税情形，如果之前用于免税项目，但此次要改变用途用于非免税项目，应及时补缴耕地占用税。</a:t>
            </a:r>
          </a:p>
          <a:p>
            <a:pPr algn="l">
              <a:lnSpc>
                <a:spcPts val="1430"/>
              </a:lnSpc>
              <a:spcBef>
                <a:spcPts val="200"/>
              </a:spcBef>
              <a:spcAft>
                <a:spcPts val="200"/>
              </a:spcAft>
            </a:pPr>
            <a:r>
              <a:rPr sz="1100" b="0">
                <a:solidFill>
                  <a:srgbClr val="000000"/>
                </a:solidFill>
                <a:latin typeface="Microsoft YaHei"/>
              </a:rPr>
              <a:t>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