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耕地占用税风险指引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耕地占用税纳税地点申报错误风险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耕地占用税纳税地点申报错误，未在占用耕地所在地申报缴纳耕地占用税。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根据《关于发布&lt;中华人民共和国耕地占用税法实施办法&gt;的公告》（财政部公告2019年第81号）第二十八条的规定：纳税人占用耕地，应当在耕地所在地申报纳税。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纳税人应按农用地专用方案批复文件中批复的具体农用地所在地申报纳税。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耕地占用税税收优惠适用风险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不能准确辨别减免税条件，错误适用减免税政策。</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l">
              <a:lnSpc>
                <a:spcPts val="1820"/>
              </a:lnSpc>
              <a:spcBef>
                <a:spcPts val="200"/>
              </a:spcBef>
              <a:spcAft>
                <a:spcPts val="200"/>
              </a:spcAft>
            </a:pPr>
            <a:r>
              <a:rPr sz="1400" b="0">
                <a:solidFill>
                  <a:srgbClr val="000000"/>
                </a:solidFill>
                <a:latin typeface="Microsoft YaHei"/>
              </a:rPr>
              <a:t>《国家税务总局关于耕地占用税征收管理有关事项的公告》（国家税务总局公告2019年第30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2022年第10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l">
              <a:lnSpc>
                <a:spcPts val="1820"/>
              </a:lnSpc>
              <a:spcBef>
                <a:spcPts val="200"/>
              </a:spcBef>
              <a:spcAft>
                <a:spcPts val="200"/>
              </a:spcAft>
            </a:pPr>
            <a:r>
              <a:rPr sz="1400" b="0">
                <a:solidFill>
                  <a:srgbClr val="000000"/>
                </a:solidFill>
                <a:latin typeface="Microsoft YaHei"/>
              </a:rPr>
              <a:t>、耕地占用税和教育费附加、地方教育附加。</a:t>
            </a:r>
          </a:p>
          <a:p>
            <a:pPr algn="l">
              <a:lnSpc>
                <a:spcPts val="1820"/>
              </a:lnSpc>
              <a:spcBef>
                <a:spcPts val="200"/>
              </a:spcBef>
              <a:spcAft>
                <a:spcPts val="200"/>
              </a:spcAft>
            </a:pPr>
            <a:r>
              <a:rPr sz="1400" b="0">
                <a:solidFill>
                  <a:srgbClr val="000000"/>
                </a:solidFill>
                <a:latin typeface="Microsoft YaHei"/>
              </a:rPr>
              <a:t>《财政部 税务总局关于进一步实施小微企业“六税两费”减免政策的公告》（财政部 税务总局公告2022年第10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免税用地改变用途未按规定补缴税款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l">
              <a:lnSpc>
                <a:spcPts val="1820"/>
              </a:lnSpc>
              <a:spcBef>
                <a:spcPts val="200"/>
              </a:spcBef>
              <a:spcAft>
                <a:spcPts val="200"/>
              </a:spcAft>
            </a:pPr>
            <a:r>
              <a:rPr sz="1400" b="0">
                <a:solidFill>
                  <a:srgbClr val="000000"/>
                </a:solidFill>
                <a:latin typeface="Microsoft YaHei"/>
              </a:rPr>
              <a:t>《财政部 税务总局 自然资源部 农业农村部生态环境部关于发布《中华人民共和国耕地占用税法实施办法》的公告》（财政部公告2019年第81号）第十七条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