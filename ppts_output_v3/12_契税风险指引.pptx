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契税风险指引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土地补偿费、地上附着物和青苗补偿费等未按规定缴纳契税的风险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土地补偿费、地上附着物和青苗补偿费等未计入契税依据。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土地补偿费、地上附着物和青苗补偿费等未计入契税依据，存在少缴纳契税的风险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取得土地出让金减免未足额缴纳契税的风险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免征土地出让金出让国有土地使用权征收契税的批复》（国税函〔2005〕436号）的规定：根据《中华人民共和国契税暂行条例》及其细则的有关规定，对承受国有土地使用权所应支付的土地出让金，要计征契税。不得因减免土地出让金，而减免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取得土地出让金减免，而少计契税依据，存在少缴纳契税的风险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房地产企业取得土地使用权时，按取得土地出让金的全额计税。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补缴土地出让金未按规定缴纳契税的风险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房地产开发企业，先以划拨方式取得土地使用权，后经批准改为以出让方式取得该土地使用权的，其计税依据为包含后续发生的出让费用。</a:t>
            </a:r>
          </a:p>
          <a:p>
            <a:pPr algn="just">
              <a:lnSpc>
                <a:spcPct val="110000"/>
              </a:lnSpc>
              <a:spcBef>
                <a:spcPts val="0"/>
              </a:spcBef>
              <a:spcAft>
                <a:spcPts val="0"/>
              </a:spcAft>
            </a:pPr>
            <a:r>
              <a:rPr sz="1400" b="0">
                <a:solidFill>
                  <a:srgbClr val="000000"/>
                </a:solidFill>
                <a:latin typeface="Microsoft YaHei"/>
              </a:rPr>
              <a:t>将工业用地变性为商业，补交土地出让金签订土地变性合同后，其契税计税依据为包含补交的土地出让金。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国有土地使用权出让等有关契税问题的通知》（财税〔2004〕134号）第二条的规定：：先以划拨方式取得土地使用权，后经批准改为出让方式取得该土地使用权的，应依法缴纳契税，其计税依据为应补缴的土地出让金和其他出让费用。</a:t>
            </a:r>
          </a:p>
          <a:p>
            <a:pPr algn="just">
              <a:lnSpc>
                <a:spcPct val="110000"/>
              </a:lnSpc>
              <a:spcBef>
                <a:spcPts val="0"/>
              </a:spcBef>
              <a:spcAft>
                <a:spcPts val="0"/>
              </a:spcAft>
            </a:pPr>
            <a:r>
              <a:rPr sz="1400" b="0">
                <a:solidFill>
                  <a:srgbClr val="000000"/>
                </a:solidFill>
                <a:latin typeface="Microsoft YaHei"/>
              </a:rPr>
              <a:t>《财政部 税务总局关于贯彻实施契税法若干事项执行口径的公告》（财政部 税务总局公告2021年第23号）第二条二、关于若干计税依据的具体情形（一）以划拨方式取得的土地使用权，经批准改为出让方式重新取得该土地使用权的，应由该土地使用权人以补缴的土地出让价款为计税依据缴纳契税。</a:t>
            </a:r>
          </a:p>
          <a:p>
            <a:pPr algn="just">
              <a:lnSpc>
                <a:spcPct val="110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房地产开发企业出现了上述情况，核查计算契税时是否包含了后续的土地出让金和其他出让费用。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城市基础设施配套费未按规定缴纳契税的风险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房地产企业取得土地使用权后，按规定缴纳相应的市政建设配套费后，未按规定申报缴纳相应的契税，存在少缴契税的风险。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企业核查城市基础设施配套费是否纳入契税计税依据。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土地补偿费、安置补助费、地上附着物和青苗补偿费、拆迁补偿费等未计入契税计税依据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存在上述价款未申报缴纳契税的风险。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企业核查土地补偿费、安置补助费、地上附着物和青苗补偿费、拆迁补偿费等是否纳入契税计税依据。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因改变土地用途而补缴的土地出让价款及其他费用未按规定申报缴纳契税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因改变土地用途补缴的土地出让价款及其他费用未按规定申报纳税，存在少缴契税的风险。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税务总局关于贯彻实施契税法若干事项执行口径的公告》（财政部税务总局公告2021年第23号）第二条的规定：二、关于若干计税依据的具体情形（一）以划拨方式取得的土地使用权，经批准改为出让方式重新取得该土地使用权的，应由该土地使用权人以补缴的土地出让价款为计税依据缴纳契税。</a:t>
            </a:r>
          </a:p>
          <a:p>
            <a:pPr algn="just">
              <a:lnSpc>
                <a:spcPct val="110000"/>
              </a:lnSpc>
              <a:spcBef>
                <a:spcPts val="0"/>
              </a:spcBef>
              <a:spcAft>
                <a:spcPts val="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just">
              <a:lnSpc>
                <a:spcPct val="110000"/>
              </a:lnSpc>
              <a:spcBef>
                <a:spcPts val="0"/>
              </a:spcBef>
              <a:spcAft>
                <a:spcPts val="0"/>
              </a:spcAft>
            </a:pPr>
            <a:r>
              <a:rPr sz="1400" b="0">
                <a:solidFill>
                  <a:srgbClr val="000000"/>
                </a:solidFill>
                <a:latin typeface="Microsoft YaHei"/>
              </a:rPr>
              <a:t>（四）土地使用权及所附建筑物、构筑物等（包括在建的房屋、其他建筑物、构筑物和其他附着物）转让的，计税依据为承受方应交付的总价款。</a:t>
            </a:r>
          </a:p>
          <a:p>
            <a:pPr algn="just">
              <a:lnSpc>
                <a:spcPct val="110000"/>
              </a:lnSpc>
              <a:spcBef>
                <a:spcPts val="0"/>
              </a:spcBef>
              <a:spcAft>
                <a:spcPts val="0"/>
              </a:spcAft>
            </a:pPr>
            <a:r>
              <a:rPr sz="14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just">
              <a:lnSpc>
                <a:spcPct val="110000"/>
              </a:lnSpc>
              <a:spcBef>
                <a:spcPts val="0"/>
              </a:spcBef>
              <a:spcAft>
                <a:spcPts val="0"/>
              </a:spcAft>
            </a:pPr>
            <a:r>
              <a:rPr sz="14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just">
              <a:lnSpc>
                <a:spcPct val="110000"/>
              </a:lnSpc>
              <a:spcBef>
                <a:spcPts val="0"/>
              </a:spcBef>
              <a:spcAft>
                <a:spcPts val="0"/>
              </a:spcAft>
            </a:pPr>
            <a:r>
              <a:rPr sz="14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just">
              <a:lnSpc>
                <a:spcPct val="110000"/>
              </a:lnSpc>
              <a:spcBef>
                <a:spcPts val="0"/>
              </a:spcBef>
              <a:spcAft>
                <a:spcPts val="0"/>
              </a:spcAft>
            </a:pPr>
            <a:r>
              <a:rPr sz="1400" b="0">
                <a:solidFill>
                  <a:srgbClr val="000000"/>
                </a:solidFill>
                <a:latin typeface="Microsoft YaHei"/>
              </a:rPr>
              <a:t>（九）契税的计税依据不包括增值税。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售后回租业务，承受承租方房屋、土地权属未按规定缴纳契税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国家税务总局关于企业以售后回租方式进行融资等有关契税政策的通知》（财税〔2012〕82号）第一条的规定：一、对金融租赁公司开展售后回租业务，承受承租人房屋、土地权属的，照章征税。对售后回租合同期满，承租人回购原房屋、土地权属的，免征契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对金融租赁公司开展售后回租业务，承受承租人房屋、土地权属的，照章征收契税。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对金融租赁公司开展售后回租业务，承受承租人房屋、土地权属的核查是否缴纳契税。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