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7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土地补偿费、地上附着物和青苗补偿费等未按规定缴纳契税的风险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取得土地出让金减免未足额缴纳契税的风险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取得土地出让金减免，而少计契税依据，存在少缴纳契税的风险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房地产企业取得土地使用权时，按取得土地出让金的全额计税。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补缴土地出让金未按规定缴纳契税的风险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just">
              <a:lnSpc>
                <a:spcPct val="110000"/>
              </a:lnSpc>
              <a:spcBef>
                <a:spcPts val="0"/>
              </a:spcBef>
              <a:spcAft>
                <a:spcPts val="0"/>
              </a:spcAft>
            </a:pPr>
            <a:r>
              <a:rPr sz="1400" b="0">
                <a:solidFill>
                  <a:srgbClr val="000000"/>
                </a:solidFill>
                <a:latin typeface="Microsoft YaHei"/>
              </a:rPr>
              <a:t>将工业用地变性为商业，补交土地出让金签订土地变性合同后，其契税计税依据为包含补交的土地出让金。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just">
              <a:lnSpc>
                <a:spcPct val="110000"/>
              </a:lnSpc>
              <a:spcBef>
                <a:spcPts val="0"/>
              </a:spcBef>
              <a:spcAft>
                <a:spcPts val="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房地产开发企业出现了上述情况，核查计算契税时是否包含了后续的土地出让金和其他出让费用。</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城市基础设施配套费未按规定缴纳契税的风险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企业核查城市基础设施配套费是否纳入契税计税依据。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土地补偿费、安置补助费、地上附着物和青苗补偿费、拆迁补偿费等未计入契税计税依据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存在上述价款未申报缴纳契税的风险。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企业核查土地补偿费、安置补助费、地上附着物和青苗补偿费、拆迁补偿费等是否纳入契税计税依据。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因改变土地用途而补缴的土地出让价款及其他费用未按规定申报缴纳契税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因改变土地用途补缴的土地出让价款及其他费用未按规定申报纳税，存在少缴契税的风险。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just">
              <a:lnSpc>
                <a:spcPct val="110000"/>
              </a:lnSpc>
              <a:spcBef>
                <a:spcPts val="0"/>
              </a:spcBef>
              <a:spcAft>
                <a:spcPts val="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just">
              <a:lnSpc>
                <a:spcPct val="110000"/>
              </a:lnSpc>
              <a:spcBef>
                <a:spcPts val="0"/>
              </a:spcBef>
              <a:spcAft>
                <a:spcPts val="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just">
              <a:lnSpc>
                <a:spcPct val="110000"/>
              </a:lnSpc>
              <a:spcBef>
                <a:spcPts val="0"/>
              </a:spcBef>
              <a:spcAft>
                <a:spcPts val="0"/>
              </a:spcAft>
            </a:pPr>
            <a:r>
              <a:rPr sz="1400" b="0">
                <a:solidFill>
                  <a:srgbClr val="000000"/>
                </a:solidFill>
                <a:latin typeface="Microsoft YaHei"/>
              </a:rPr>
              <a:t>（九）契税的计税依据不包括增值税。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售后回租业务，承受承租方房屋、土地权属未按规定缴纳契税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对金融租赁公司开展售后回租业务，承受承租人房屋、土地权属的，照章征收契税。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对金融租赁公司开展售后回租业务，承受承租人房屋、土地权属的核查是否缴纳契税。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