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车船税风险指引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在单位内部场所使用的机动车辆未申报缴纳车船税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根据《中华人民共和国车船税法实施条例》（中华人民共和国国务院令第611号）第二条规定：</a:t>
            </a:r>
          </a:p>
          <a:p>
            <a:pPr algn="l">
              <a:lnSpc>
                <a:spcPct val="125000"/>
              </a:lnSpc>
              <a:spcBef>
                <a:spcPts val="200"/>
              </a:spcBef>
              <a:spcAft>
                <a:spcPts val="20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旅居车（房车）未按实际税目申报车船税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根据《中华人民共和国车船税法实施条例》（中华人民共和国国务院令第611号）第二十六条规定：</a:t>
            </a:r>
          </a:p>
          <a:p>
            <a:pPr algn="l">
              <a:lnSpc>
                <a:spcPct val="125000"/>
              </a:lnSpc>
              <a:spcBef>
                <a:spcPts val="200"/>
              </a:spcBef>
              <a:spcAft>
                <a:spcPts val="20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l">
              <a:lnSpc>
                <a:spcPct val="125000"/>
              </a:lnSpc>
              <a:spcBef>
                <a:spcPts val="200"/>
              </a:spcBef>
              <a:spcAft>
                <a:spcPts val="20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l">
              <a:lnSpc>
                <a:spcPct val="125000"/>
              </a:lnSpc>
              <a:spcBef>
                <a:spcPts val="200"/>
              </a:spcBef>
              <a:spcAft>
                <a:spcPts val="200"/>
              </a:spcAft>
            </a:pPr>
            <a:r>
              <a:rPr sz="1400" b="0">
                <a:solidFill>
                  <a:srgbClr val="000000"/>
                </a:solidFill>
                <a:latin typeface="Microsoft YaHei"/>
              </a:rPr>
              <a:t>低速载货汽车，是指以柴油机为动力，最高设计车速不超过每小时70公里，具有四个车轮的货车。</a:t>
            </a:r>
          </a:p>
          <a:p>
            <a:pPr algn="l">
              <a:lnSpc>
                <a:spcPct val="125000"/>
              </a:lnSpc>
              <a:spcBef>
                <a:spcPts val="200"/>
              </a:spcBef>
              <a:spcAft>
                <a:spcPts val="200"/>
              </a:spcAft>
            </a:pPr>
            <a:r>
              <a:rPr sz="1400" b="0">
                <a:solidFill>
                  <a:srgbClr val="000000"/>
                </a:solidFill>
                <a:latin typeface="Microsoft YaHei"/>
              </a:rPr>
              <a:t>挂车，是指就其设计和技术特性需由汽车或者拖拉机牵引，才能正常使用的一种无动力的道路车辆。</a:t>
            </a:r>
          </a:p>
          <a:p>
            <a:pPr algn="l">
              <a:lnSpc>
                <a:spcPct val="125000"/>
              </a:lnSpc>
              <a:spcBef>
                <a:spcPts val="200"/>
              </a:spcBef>
              <a:spcAft>
                <a:spcPts val="20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l">
              <a:lnSpc>
                <a:spcPct val="125000"/>
              </a:lnSpc>
              <a:spcBef>
                <a:spcPts val="200"/>
              </a:spcBef>
              <a:spcAft>
                <a:spcPts val="20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旅居车未按照实际税目申报缴纳车船税，存在少缴车船税风险。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同一辆车两个或两个以上年度申报车船税税额不一致</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《中华人民共和国车船税法》（中华人民共和国主席令第51号）规定：</a:t>
            </a:r>
          </a:p>
          <a:p>
            <a:pPr algn="l">
              <a:lnSpc>
                <a:spcPct val="125000"/>
              </a:lnSpc>
              <a:spcBef>
                <a:spcPts val="200"/>
              </a:spcBef>
              <a:spcAft>
                <a:spcPts val="20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l">
              <a:lnSpc>
                <a:spcPct val="125000"/>
              </a:lnSpc>
              <a:spcBef>
                <a:spcPts val="200"/>
              </a:spcBef>
              <a:spcAft>
                <a:spcPts val="20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l">
              <a:lnSpc>
                <a:spcPct val="125000"/>
              </a:lnSpc>
              <a:spcBef>
                <a:spcPts val="200"/>
              </a:spcBef>
              <a:spcAft>
                <a:spcPts val="200"/>
              </a:spcAft>
            </a:pPr>
            <a:r>
              <a:rPr sz="1400" b="0">
                <a:solidFill>
                  <a:srgbClr val="000000"/>
                </a:solidFill>
                <a:latin typeface="Microsoft YaHei"/>
              </a:rPr>
              <a:t>《黑龙江省人民政府关于印发黑龙江省车船税实施办法的通知》（黑政发〔2011〕100号）规定：</a:t>
            </a:r>
          </a:p>
          <a:p>
            <a:pPr algn="l">
              <a:lnSpc>
                <a:spcPct val="125000"/>
              </a:lnSpc>
              <a:spcBef>
                <a:spcPts val="200"/>
              </a:spcBef>
              <a:spcAft>
                <a:spcPts val="200"/>
              </a:spcAft>
            </a:pPr>
            <a:r>
              <a:rPr sz="1400" b="0">
                <a:solidFill>
                  <a:srgbClr val="000000"/>
                </a:solidFill>
                <a:latin typeface="Microsoft YaHei"/>
              </a:rPr>
              <a:t>第三条 车船的适用税额依照《黑龙江省车船税税目税额表》执行。</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企业核查是否出现两个或两个以上年度申报缴纳的车船税税额不一致的情况，寻找原因，排除风险。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为运输设备材料和配件购买的渔船，未缴纳车船税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渔业机械制造企业为了在水面运输设备材料和配件购买的渔船，已经在渔业船舶管理部门登记，但未缴纳车船税。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根据《中华人民共和国车船税法》（中华人民共和国主席令第51号）第三条的规定：</a:t>
            </a:r>
          </a:p>
          <a:p>
            <a:pPr algn="l">
              <a:lnSpc>
                <a:spcPct val="125000"/>
              </a:lnSpc>
              <a:spcBef>
                <a:spcPts val="200"/>
              </a:spcBef>
              <a:spcAft>
                <a:spcPts val="20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