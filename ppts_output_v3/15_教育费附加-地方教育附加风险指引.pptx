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3104" y="274320"/>
            <a:ext cx="5486400" cy="5486400"/>
          </a:xfrm>
          <a:prstGeom prst="ellipse">
            <a:avLst/>
          </a:prstGeom>
          <a:solidFill>
            <a:srgbClr val="798B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749039"/>
            <a:ext cx="39620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CCCCCC"/>
                </a:solidFill>
              </a:defRPr>
            </a:pPr>
            <a:r>
              <a:t>共 1 个风险点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ABBCC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D4F6B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720840"/>
            <a:ext cx="11277295" cy="27432"/>
          </a:xfrm>
          <a:prstGeom prst="rect">
            <a:avLst/>
          </a:prstGeom>
          <a:solidFill>
            <a:srgbClr val="3D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