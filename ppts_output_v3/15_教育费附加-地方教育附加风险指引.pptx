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 年第28 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 2021 年第 26 号）第五条第二款规定，采用委托代征、代扣代缴、代收代缴、预缴、补缴等方式缴纳两税的，应当同时缴纳城建税。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327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