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教育费附加、地方教育附加风险指引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1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教育费附加、地方教育附加风险指引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lnSpc>
                <a:spcPts val="208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Microsoft YaHei"/>
              </a:rPr>
              <a:t>纳税人在补缴增值税或消费税时，未补缴教育费附加、地方教育附加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纳税人少缴、漏缴增值税和消费税，后期补缴两税时，未补缴教育费附加 、地方教育附加。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根据《财政部 税务总局关于城市维护建设税计税依据确定办法等事项的公告》（财政部 税务总局公告2021年第28号）的规定：一、城市维护建设税以纳税人依法实际缴纳的增值税、消费税税额（以下简称两税税额）为计税依据。二、教育费附加、地方教育附加计征依据与城市维护建设税计税依据一致，按本公告第一条规定执行。《国家税务总局关于城市维护建设税征收管理有关事项的公告》（国家税务总局公告2021年第26号）第五条第二款规定，采用委托代征、代扣代缴、代收代缴、预缴、补缴等方式缴纳两税的，应当同时缴纳城建税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纳税人少缴、漏缴增值税或消费税，后期补缴两税时，未补缴教育费附加、地方教育附加，存在少缴教育费附加、地方教育附加的风险。</a:t>
            </a:r>
          </a:p>
          <a:p>
            <a:pPr algn="l">
              <a:lnSpc>
                <a:spcPts val="2080"/>
              </a:lnSpc>
              <a:spcBef>
                <a:spcPts val="800"/>
              </a:spcBef>
              <a:spcAft>
                <a:spcPts val="300"/>
              </a:spcAft>
            </a:pPr>
            <a:r>
              <a:rPr sz="16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ts val="182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Microsoft YaHei"/>
              </a:rPr>
              <a:t>企业核查补缴增值税或消费税时，是否同时补缴教育费附加、地方教育附加。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