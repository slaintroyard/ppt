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教育费附加、地方教育附加风险指引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ABBCC"/>
                </a:solidFill>
              </a:defRPr>
            </a:pPr>
            <a:r>
              <a:t>共 1 个风险点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99AA"/>
                </a:solidFill>
              </a:defRPr>
            </a:pPr>
            <a:r>
              <a:t>税费合规指引 (2.0版)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/>
            <a:r>
              <a:rPr sz="1500" b="1">
                <a:solidFill>
                  <a:srgbClr val="FFFFFF"/>
                </a:solidFill>
              </a:rPr>
              <a:t>教育费附加、地方教育附加风险指引  |  风险点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208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Microsoft YaHei"/>
              </a:rPr>
              <a:t>纳税人在补缴增值税或消费税时，未补缴教育费附加、地方教育附加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</a:rPr>
              <a:t>【风险描述】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纳税人少缴、漏缴增值税和消费税，后期补缴两税时，未补缴教育费附加 、地方教育附加。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1B5C9E"/>
                </a:solidFill>
                <a:latin typeface="Microsoft YaHei"/>
              </a:rPr>
              <a:t>【政策依据】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根据《财政部 税务总局关于城市维护建设税计税依据确定办法等事项的公告》（财政部 税务总局公告2021 年第28 号）的规定：一、城市维护建设税以纳税人依法实际缴纳的增值税、消费税税额（以下简称两税税额）为计税依据。二、教育费附加、地方教育附加计征依据与城市维护建设税计税依据一致，按本公告第一条规定执行。《国家税务总局关于城市维护建设税征收管理有关事项的公告》（国家税务总局公告 2021 年第 26 号）第五条第二款规定，采用委托代征、代扣代缴、代收代缴、预缴、补缴等方式缴纳两税的，应当同时缴纳城建税。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CC3333"/>
                </a:solidFill>
                <a:latin typeface="Microsoft YaHei"/>
              </a:rPr>
              <a:t>【预计风险】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纳税人少缴、漏缴增值税或消费税，后期补缴两税时，未补缴教育费附加、地方教育附加，存在少缴教育费附加、地方教育附加的风险。</a:t>
            </a:r>
          </a:p>
          <a:p>
            <a:pPr algn="l">
              <a:lnSpc>
                <a:spcPts val="208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>
                <a:solidFill>
                  <a:srgbClr val="008040"/>
                </a:solidFill>
                <a:latin typeface="Microsoft YaHei"/>
              </a:rPr>
              <a:t>【解决方法】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企业核查补缴增值税或消费税时，是否同时补缴教育费附加、地方教育附加。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