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周转性借款合同未按最高限额计缴印花税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50万元，实际上企业借了30万元，但借款合同的印花税应按照50万元缴纳贴花，但很多企业只按实际借款金额30万贴花，少缴了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根据《国家税务局关于对借款合同贴花问题的具体规定》（国税地字〔1988〕30号）规定：</a:t>
            </a:r>
          </a:p>
          <a:p>
            <a:pPr algn="l">
              <a:lnSpc>
                <a:spcPts val="1820"/>
              </a:lnSpc>
              <a:spcBef>
                <a:spcPts val="200"/>
              </a:spcBef>
              <a:spcAft>
                <a:spcPts val="20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以单据作为合同使用的未贴花</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根据《国家税务局关于印花税若干具体问题的规定》（国税地字〔1988〕25号）第五条的规定：</a:t>
            </a:r>
          </a:p>
          <a:p>
            <a:pPr algn="l">
              <a:lnSpc>
                <a:spcPts val="182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l">
              <a:lnSpc>
                <a:spcPts val="1820"/>
              </a:lnSpc>
              <a:spcBef>
                <a:spcPts val="200"/>
              </a:spcBef>
              <a:spcAft>
                <a:spcPts val="20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企业对既填开借据又签订合同的错误适用计税依据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根据《国家税务局关于对借款合同贴花问题的具体规定》国税地字〔1988〕第30号第一条规定：</a:t>
            </a:r>
          </a:p>
          <a:p>
            <a:pPr algn="l">
              <a:lnSpc>
                <a:spcPts val="1820"/>
              </a:lnSpc>
              <a:spcBef>
                <a:spcPts val="200"/>
              </a:spcBef>
              <a:spcAft>
                <a:spcPts val="20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企业签订的购销合同采购方未缴纳印花税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ts val="1820"/>
              </a:lnSpc>
              <a:spcBef>
                <a:spcPts val="200"/>
              </a:spcBef>
              <a:spcAft>
                <a:spcPts val="200"/>
              </a:spcAft>
            </a:pPr>
            <a:r>
              <a:rPr sz="1400" b="0">
                <a:solidFill>
                  <a:srgbClr val="000000"/>
                </a:solidFill>
                <a:latin typeface="Microsoft YaHei"/>
              </a:rPr>
              <a:t>第十条 同一应税凭证由两方以上当事人书立的，按照各自涉及的金额分别计算应纳税额。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签订电子合同未缴纳印花税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纳税人以电子形式签订的电子合同，未计算缴纳印花税，存在少缴税款的涉税风险。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国家税务总局关于印花税若干政策的通知》（财税〔2006〕162号）第一条规定：</a:t>
            </a:r>
          </a:p>
          <a:p>
            <a:pPr algn="l">
              <a:lnSpc>
                <a:spcPts val="1820"/>
              </a:lnSpc>
              <a:spcBef>
                <a:spcPts val="200"/>
              </a:spcBef>
              <a:spcAft>
                <a:spcPts val="200"/>
              </a:spcAft>
            </a:pPr>
            <a:r>
              <a:rPr sz="1400" b="0">
                <a:solidFill>
                  <a:srgbClr val="000000"/>
                </a:solidFill>
                <a:latin typeface="Microsoft YaHei"/>
              </a:rPr>
              <a:t>对纳税人以电子形式签订的各类应税凭证按规定征收印花税。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企业以电子形式签订的电子合同，未计算缴纳印花税，存在被补缴税款、滞纳金和罚款的风险。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按规定对纳税人以电子形式签订的各类应税凭证按规定征收印花税。企业应自查有无电子合同，并照章贴花。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实收资本和资本公积未计缴印花税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ts val="1820"/>
              </a:lnSpc>
              <a:spcBef>
                <a:spcPts val="200"/>
              </a:spcBef>
              <a:spcAft>
                <a:spcPts val="200"/>
              </a:spcAft>
            </a:pPr>
            <a:r>
              <a:rPr sz="1400" b="0">
                <a:solidFill>
                  <a:srgbClr val="000000"/>
                </a:solidFill>
                <a:latin typeface="Microsoft YaHei"/>
              </a:rPr>
              <a:t>第五条 应税营业账簿的计税依据，为账簿记载的实收资本（股本）、资本公积合计金额。</a:t>
            </a:r>
          </a:p>
          <a:p>
            <a:pPr algn="l">
              <a:lnSpc>
                <a:spcPts val="1820"/>
              </a:lnSpc>
              <a:spcBef>
                <a:spcPts val="200"/>
              </a:spcBef>
              <a:spcAft>
                <a:spcPts val="20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企业注实资本时或追加实收资本如果未能按照实收资本金额上交印花税，存在被补缴印花税、滞纳金和罚款的风险。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合同终止履行未缴印花税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根据《国家税务局关于印花税若干具体问题的规定》（国税地字〔1988〕第25号）第七条规定：</a:t>
            </a:r>
          </a:p>
          <a:p>
            <a:pPr algn="l">
              <a:lnSpc>
                <a:spcPts val="1820"/>
              </a:lnSpc>
              <a:spcBef>
                <a:spcPts val="200"/>
              </a:spcBef>
              <a:spcAft>
                <a:spcPts val="20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租赁合同未按合同总金额而是按月租金缴纳印花税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ts val="1820"/>
              </a:lnSpc>
              <a:spcBef>
                <a:spcPts val="200"/>
              </a:spcBef>
              <a:spcAft>
                <a:spcPts val="200"/>
              </a:spcAft>
            </a:pPr>
            <a:r>
              <a:rPr sz="1400" b="0">
                <a:solidFill>
                  <a:srgbClr val="000000"/>
                </a:solidFill>
                <a:latin typeface="Microsoft YaHei"/>
              </a:rPr>
              <a:t>第五条 应税合同的计税依据，为合同所列的金额，不包括列明的增值税税款。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未注明金额或暂时无法确定金额的应税合同未缴印花税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根据《中华人民共和国印花税法》（中华人民共和国主席令第八十九号）第六条规定：</a:t>
            </a:r>
          </a:p>
          <a:p>
            <a:pPr algn="l">
              <a:lnSpc>
                <a:spcPts val="1820"/>
              </a:lnSpc>
              <a:spcBef>
                <a:spcPts val="200"/>
              </a:spcBef>
              <a:spcAft>
                <a:spcPts val="200"/>
              </a:spcAft>
            </a:pPr>
            <a:r>
              <a:rPr sz="1400" b="0">
                <a:solidFill>
                  <a:srgbClr val="000000"/>
                </a:solidFill>
                <a:latin typeface="Microsoft YaHei"/>
              </a:rPr>
              <a:t>应税合同、产权转移书据未列明金额的，印花税的计税依据按照实际结算的金额确定。</a:t>
            </a:r>
          </a:p>
          <a:p>
            <a:pPr algn="l">
              <a:lnSpc>
                <a:spcPts val="1820"/>
              </a:lnSpc>
              <a:spcBef>
                <a:spcPts val="200"/>
              </a:spcBef>
              <a:spcAft>
                <a:spcPts val="20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意向合同，如果因为金额不确定，企业漏缴或故意不缴印花税，存在被补缴印花税、滞纳金和罚款的风险。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未准确划分合同类别印花税税率错误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ts val="1820"/>
              </a:lnSpc>
              <a:spcBef>
                <a:spcPts val="200"/>
              </a:spcBef>
              <a:spcAft>
                <a:spcPts val="20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技术转让合同适用税目错误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根据《国家税务总局关于对技术合同征收印花税问题的通知》（国税地字〔1989〕034号）第一条规定：</a:t>
            </a:r>
          </a:p>
          <a:p>
            <a:pPr algn="l">
              <a:lnSpc>
                <a:spcPts val="1820"/>
              </a:lnSpc>
              <a:spcBef>
                <a:spcPts val="200"/>
              </a:spcBef>
              <a:spcAft>
                <a:spcPts val="20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按研发经费一定比例作为报酬的技术合同未缴印花税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根据《国家税务总局关于对技术合同征收印花税问题的通知》（国税地字〔1989〕034号）第四条规定：</a:t>
            </a:r>
          </a:p>
          <a:p>
            <a:pPr algn="l">
              <a:lnSpc>
                <a:spcPts val="182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