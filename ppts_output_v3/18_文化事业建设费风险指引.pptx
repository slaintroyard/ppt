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文化事业建设费风险指引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开具广告服务业发票未缴纳文化事业建设费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企业发生广告服务后开具广告服务业发票，未缴纳文化事业建设费。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国家税务总局关于营业税改征增值税试点有关文化事业建设费政策及征收管理问题的通知》（财税〔2016〕25号）的规定：</a:t>
            </a:r>
          </a:p>
          <a:p>
            <a:pPr algn="l">
              <a:lnSpc>
                <a:spcPts val="1820"/>
              </a:lnSpc>
              <a:spcBef>
                <a:spcPts val="200"/>
              </a:spcBef>
              <a:spcAft>
                <a:spcPts val="200"/>
              </a:spcAft>
            </a:pPr>
            <a:r>
              <a:rPr sz="14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 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企业少缴文化事业建设费</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企业核查开具广告服务业发票时，是否同时缴纳了文化事业建设费。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