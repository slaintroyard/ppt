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1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开具广告服务业发票未缴纳文化事业建设费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企业发生广告服务后开具广告服务业发票，未缴纳文化事业建设费。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just">
              <a:lnSpc>
                <a:spcPct val="110000"/>
              </a:lnSpc>
              <a:spcBef>
                <a:spcPts val="0"/>
              </a:spcBef>
              <a:spcAft>
                <a:spcPts val="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企业少缴文化事业建设费</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企业核查开具广告服务业发票时，是否同时缴纳了文化事业建设费。</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