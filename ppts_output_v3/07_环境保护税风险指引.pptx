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环境保护税风险指引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6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环境保护税风险指引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环境保护税纳税人未及时申报缴纳环境保护税</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企业事业单位和其他生产经营者在生产、经营过程中，直接向环境排放应税污染物，应当缴纳环境保护税。</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根据《中华人民共和国环境保护税法》（中华人民共和国主席令第 61 号）的规定：</a:t>
            </a:r>
          </a:p>
          <a:p>
            <a:pPr algn="l">
              <a:lnSpc>
                <a:spcPts val="1820"/>
              </a:lnSpc>
              <a:spcBef>
                <a:spcPts val="200"/>
              </a:spcBef>
              <a:spcAft>
                <a:spcPts val="200"/>
              </a:spcAft>
            </a:pPr>
            <a:r>
              <a:rPr sz="1400" b="0">
                <a:solidFill>
                  <a:srgbClr val="000000"/>
                </a:solidFill>
                <a:latin typeface="Microsoft YaHei"/>
              </a:rPr>
              <a:t>在中华人民共和国领域和中华人民共和国管辖的其他海域，直接向环境排放应税污染物的企业事业单位和其他生产经营者为环境保护税的纳税人，应当依照本法规定缴纳环境保护税。</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纳税人未按时、足额缴纳环境保护税，会产生补缴环境保护税并处罚金的风险。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企业事业单位和其他生产经营者，自查是否存在直接向环境排放应税污染物行为，如果存在，应主动申报缴纳环境保护税。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环境保护税风险指引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税纳税人未按时足额申报缴纳环境保护税</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环境保护税按月计算，按季申报缴纳。不能按固定期限计算缴纳的，可以按次申报缴纳。纳税人按季申报缴纳的，应当自季度终了之日起十五日内，向税务机关办理纳税申报并缴纳税款。纳税人按次申报缴纳的，应当自纳税义务发生之日起十五日内，向税务机关办理纳税申报并缴纳税款。但部分纳税人未按规定期限足额申报缴纳环境保护税，会产生少缴、漏缴环境保护税风险。</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根据《中华人民共和国环境保护税法》（中华人民共和国主席令第 61 号）的规定：</a:t>
            </a:r>
          </a:p>
          <a:p>
            <a:pPr algn="l">
              <a:lnSpc>
                <a:spcPts val="1820"/>
              </a:lnSpc>
              <a:spcBef>
                <a:spcPts val="200"/>
              </a:spcBef>
              <a:spcAft>
                <a:spcPts val="200"/>
              </a:spcAft>
            </a:pPr>
            <a:r>
              <a:rPr sz="1400" b="0">
                <a:solidFill>
                  <a:srgbClr val="000000"/>
                </a:solidFill>
                <a:latin typeface="Microsoft YaHei"/>
              </a:rPr>
              <a:t>第十六条 纳税义务发生时间为纳税人排放应税污染物的当日。第十七条 纳税人应当向应税污染物排放地的税务机关申报缴纳环境保护税。</a:t>
            </a:r>
          </a:p>
          <a:p>
            <a:pPr algn="l">
              <a:lnSpc>
                <a:spcPts val="1820"/>
              </a:lnSpc>
              <a:spcBef>
                <a:spcPts val="200"/>
              </a:spcBef>
              <a:spcAft>
                <a:spcPts val="200"/>
              </a:spcAft>
            </a:pPr>
            <a:r>
              <a:rPr sz="1400" b="0">
                <a:solidFill>
                  <a:srgbClr val="000000"/>
                </a:solidFill>
                <a:latin typeface="Microsoft YaHei"/>
              </a:rPr>
              <a:t>第十八条 环境保护税按月计算，按季申报缴纳。不能按固定期限计算缴纳的，可以按次申报缴纳。</a:t>
            </a:r>
          </a:p>
          <a:p>
            <a:pPr algn="l">
              <a:lnSpc>
                <a:spcPts val="1820"/>
              </a:lnSpc>
              <a:spcBef>
                <a:spcPts val="200"/>
              </a:spcBef>
              <a:spcAft>
                <a:spcPts val="200"/>
              </a:spcAft>
            </a:pPr>
            <a:r>
              <a:rPr sz="1400" b="0">
                <a:solidFill>
                  <a:srgbClr val="000000"/>
                </a:solidFill>
                <a:latin typeface="Microsoft YaHei"/>
              </a:rPr>
              <a:t>纳税人申报缴纳时，应当向税务机关报送所排放应税污染物的种类、数量，大气污染物、水污染物的浓度值，以及税务机关根据实际需要要求纳税人报送的其他纳税资料。第十九条 纳税人按季申报缴纳的，应当自季度终了之日起十五日内，向税务机关办理纳税申报并缴纳税款。纳税人按次申报缴纳的，应当自纳税义务发生之日起十五日内，向税务机关办理纳税申报并缴纳税款。</a:t>
            </a:r>
          </a:p>
          <a:p>
            <a:pPr algn="l">
              <a:lnSpc>
                <a:spcPts val="1820"/>
              </a:lnSpc>
              <a:spcBef>
                <a:spcPts val="200"/>
              </a:spcBef>
              <a:spcAft>
                <a:spcPts val="200"/>
              </a:spcAft>
            </a:pPr>
            <a:r>
              <a:rPr sz="1400" b="0">
                <a:solidFill>
                  <a:srgbClr val="000000"/>
                </a:solidFill>
                <a:latin typeface="Microsoft YaHei"/>
              </a:rPr>
              <a:t>纳税人应当依法如实办理纳税申报，对申报的真实性和完整性承担责任。</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纳税人未按规定期限足额申报缴纳环境保护税，存在少缴、漏缴环境保护税风险。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纳税人要提高纳税遵从度，按月计算、按季申报环境保护税，申报、计算环境保护税过程中遇到困难，可咨询税务部门和生态环境部门。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环境保护税风险指引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跨季度使用监测报告计算污染物排放量</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生态环境保护主管部门的相关规定明确规定了企业开展自行监测的内容和监测频次，有的纳税人把监测报告的内容，直接作为纳税的凭证。一方面，并不是所有的污染物都是应税污染物，另一方面，生态环境保护主管部门规定的监测频次，与环境保护税申报频次不完全一致。监测报告不能跨季度沿用，否则存在极大税收风险。</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根据《财政部 税务总局 生态环境部关于明确环境保护税应税污染物适用等有关问题的通知》（财税〔2018〕117 号）规定：第三条 关于应税污染物排放量的监测计算问题（二）纳税人委托监测机构监测应税污染物排放量的，应当按照国家有关规定制定监测方案，并将监测数据资料及时报送生态环境主管部门。监测机构实施的监测项目、方法、时限和频次应当符合国家有关规定和监测规范要求。监测机构出具的监测报告应当包括应税水污染物种类、浓度值和污水流量；应税大气污染物种类、浓度值、排放速率和烟气量；执行的污染物排放标准和排放浓度限值等信息。监测机构对监测数据的真实性、合法性负责，凡发现监测数据弄虚作假的，依照相关法律法规的规定追究法律责任。纳税人采用委托监测方式，在规定监测时限内当月无监测数据的，可以沿用最近一次的监测数据计算应税污染物排放量，但不得跨季度沿用监测数据。根据《财政部 税务总局 生态环境部关于环境保护税有关问题的通知》（财税〔2018〕23 号）第一条规定：在环境保护主管部门规定的监测时限内当月无监测数据的，可以跨月沿用最近一次的监测数据计算应税污染物排放量。</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企业如果跨季度使用监测报告，会导致计税基数不准确，多缴或少缴环境保护税。</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只有取得监测报告的季度可以使用监测报告申报环境保护税，没有监测报告的季度，要按照产排污系数法等方法计算污染物排放量。申报后认真比对监测报告和纳税申报数据，一是比对监测报告注明的检测月份和申报属期是否是同一季度。二是比对监测报告列明的排放量、浓度值等信息与申报数据是否一致。其中，当月同一个排放口排放的同一种污染物有多个监测数据的，应税大气污染物取多个监测数据的平均值，应税水污染物取多个监测数据的以流量为权的加权平均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环境保护税风险指引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当月无监测数据，申报减免环境保护税</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企业享受环保税减免政策，依法只有取得自动监测数据和监测机构出具数据可以享受减免税。企业当月未取得监测数据申请减免，存在逃避纳税风险。</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根据《财政部 税务总局 生态环境部关于明确环境保护税应税污染物适用等有关问题的通知》（财税〔2018〕117 号）规定：三、关于应税污染物排放量的监测计算问题（二）纳税人采用监测机构出具的监测数据申报减免环境保护税的，应当取得申报当月的监测数据；当月无监测数据的，不予减免环境保护税。</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纳税人未取得当月自动监测数据或监测机构出具数据，享受环境保护税减免政策的，存在错误享受减免税少缴环境保护税风险。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企业应做好自动监测设备维护工作，按时取得监测机构监测数据，无监测数据月份及超标排放月份不申报环境保护税减免。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环境保护税风险指引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因受环境行政处罚的，未申报环保税</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企业因环境违法行为受到行政处罚的，应当据实申报缴纳环保税。如果企业认为已经受到行政处罚无须再缴纳相关税款，存在漏缴税款的风险。</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根据《财政部 税务总局 生态环境部关于明确环境保护税应税污染物适用等有关问题的通知》（财税〔2018〕117 号）的规定：三、关于应税污染物排放量的监测计算问题。</a:t>
            </a:r>
          </a:p>
          <a:p>
            <a:pPr algn="l">
              <a:lnSpc>
                <a:spcPts val="1820"/>
              </a:lnSpc>
              <a:spcBef>
                <a:spcPts val="200"/>
              </a:spcBef>
              <a:spcAft>
                <a:spcPts val="200"/>
              </a:spcAft>
            </a:pPr>
            <a:r>
              <a:rPr sz="1400" b="0">
                <a:solidFill>
                  <a:srgbClr val="000000"/>
                </a:solidFill>
                <a:latin typeface="Microsoft YaHei"/>
              </a:rPr>
              <a:t>（四）纳税人因环境违法行为受到行政处罚的，应当依据相关法律法规和处罚信息计算违法行为所属期的应税污染物排放量。生态环境主管部门发现纳税人申报信息有误的，应当通知税务机关处理。</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企业受到环保违法行为受到行政处罚，认为已经受到环保行政处罚无须再缴纳相关税款，存在漏缴税款的风险。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企业受到环保行政处罚，要自查是否向环境直接排放应税污染物等应税行为，存在应税行为需要申报缴纳环境保护税，不能认为已经受到环保行政处罚无须再缴纳相关税款。</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环境保护税风险指引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环保税计税基数错误，少缴税金</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有的企业直接使用在线监测数据申报，没有充分认识到在线监测的污染物种类非排放的全部污染物种类，未对全部应税污染物污染当量数进行排序，存在少缴环境保护税风险。</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根据《中华人民共和国环境保护税法》（中华人民共和国主席令第 61 号）规定：</a:t>
            </a:r>
          </a:p>
          <a:p>
            <a:pPr algn="l">
              <a:lnSpc>
                <a:spcPts val="1820"/>
              </a:lnSpc>
              <a:spcBef>
                <a:spcPts val="200"/>
              </a:spcBef>
              <a:spcAft>
                <a:spcPts val="200"/>
              </a:spcAft>
            </a:pPr>
            <a:r>
              <a:rPr sz="1400" b="0">
                <a:solidFill>
                  <a:srgbClr val="000000"/>
                </a:solidFill>
                <a:latin typeface="Microsoft YaHei"/>
              </a:rPr>
              <a:t>第九条 每一排放口或者没有排放口的应税大气污染物，按照污染当量数从大到小排序，对前三项污染物征收环境保护税。每一排放口的应税水污染物，按照本法所附《应税污染物和当量值表》，区分第一类水污染物和其他类水污染物，按照污染当量数从大到小排序，对第一类水污染物按照前五项征收环境保护税，对其他类水污染物按照前三项征收环境保护税。</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在线监测的污染物种类并非完全是环保税应该报税的税目，要按排放口对每种污染物污染当量数从大到小顺序排列，分大气污染物、第一类水污染物、其他类污染物，对前 3 项或前5 项进行征收，否则只按监测的污染物种类缴税，少缴了环保税，存在被补缴税款、滞纳金和罚款的风险。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企业要按照排放口，计算排放的每种应税污染物的污染当量数，对污染当量数从大到小顺序排列，分大气污染物、第一类水污染物、其他类污染物，分别对前 3 项或前 5 项应税污染物申报缴纳环境保护税。</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