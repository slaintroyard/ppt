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6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环境保护税纳税人未及时申报缴纳环境保护税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企业事业单位和其他生产经营者在生产、经营过程中，直接向环境排放应税污染物，应当缴纳环境保护税。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根据《中华人民共和国环境保护税法》（中华人民共和国主席令第 61 号）的规定：</a:t>
            </a:r>
          </a:p>
          <a:p>
            <a:pPr algn="l">
              <a:lnSpc>
                <a:spcPts val="1820"/>
              </a:lnSpc>
              <a:spcBef>
                <a:spcPts val="200"/>
              </a:spcBef>
              <a:spcAft>
                <a:spcPts val="20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纳税人未按时、足额缴纳环境保护税，会产生补缴环境保护税并处罚金的风险。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税纳税人未按时足额申报缴纳环境保护税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根据《中华人民共和国环境保护税法》（中华人民共和国主席令第 61 号）的规定：</a:t>
            </a:r>
          </a:p>
          <a:p>
            <a:pPr algn="l">
              <a:lnSpc>
                <a:spcPts val="1820"/>
              </a:lnSpc>
              <a:spcBef>
                <a:spcPts val="200"/>
              </a:spcBef>
              <a:spcAft>
                <a:spcPts val="20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l">
              <a:lnSpc>
                <a:spcPts val="1820"/>
              </a:lnSpc>
              <a:spcBef>
                <a:spcPts val="200"/>
              </a:spcBef>
              <a:spcAft>
                <a:spcPts val="200"/>
              </a:spcAft>
            </a:pPr>
            <a:r>
              <a:rPr sz="1400" b="0">
                <a:solidFill>
                  <a:srgbClr val="000000"/>
                </a:solidFill>
                <a:latin typeface="Microsoft YaHei"/>
              </a:rPr>
              <a:t>第十八条 环境保护税按月计算，按季申报缴纳。不能按固定期限计算缴纳的，可以按次申报缴纳。</a:t>
            </a:r>
          </a:p>
          <a:p>
            <a:pPr algn="l">
              <a:lnSpc>
                <a:spcPts val="1820"/>
              </a:lnSpc>
              <a:spcBef>
                <a:spcPts val="200"/>
              </a:spcBef>
              <a:spcAft>
                <a:spcPts val="20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l">
              <a:lnSpc>
                <a:spcPts val="1820"/>
              </a:lnSpc>
              <a:spcBef>
                <a:spcPts val="200"/>
              </a:spcBef>
              <a:spcAft>
                <a:spcPts val="200"/>
              </a:spcAft>
            </a:pPr>
            <a:r>
              <a:rPr sz="1400" b="0">
                <a:solidFill>
                  <a:srgbClr val="000000"/>
                </a:solidFill>
                <a:latin typeface="Microsoft YaHei"/>
              </a:rPr>
              <a:t>纳税人应当依法如实办理纳税申报，对申报的真实性和完整性承担责任。</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纳税人未按规定期限足额申报缴纳环境保护税，存在少缴、漏缴环境保护税风险。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跨季度使用监测报告计算污染物排放量</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 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 号）第一条规定：在环境保护主管部门规定的监测时限内当月无监测数据的，可以跨月沿用最近一次的监测数据计算应税污染物排放量。</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企业如果跨季度使用监测报告，会导致计税基数不准确，多缴或少缴环境保护税。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当月无监测数据，申报减免环境保护税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 号）规定：三、关于应税污染物排放量的监测计算问题（二）纳税人采用监测机构出具的监测数据申报减免环境保护税的，应当取得申报当月的监测数据；当月无监测数据的，不予减免环境保护税。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因受环境行政处罚的，未申报环保税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生态环境部关于明确环境保护税应税污染物适用等有关问题的通知》（财税〔2018〕117 号）的规定：三、关于应税污染物排放量的监测计算问题。</a:t>
            </a:r>
          </a:p>
          <a:p>
            <a:pPr algn="l">
              <a:lnSpc>
                <a:spcPts val="1820"/>
              </a:lnSpc>
              <a:spcBef>
                <a:spcPts val="200"/>
              </a:spcBef>
              <a:spcAft>
                <a:spcPts val="20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企业受到环保违法行为受到行政处罚，认为已经受到环保行政处罚无须再缴纳相关税款，存在漏缴税款的风险。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环保税计税基数错误，少缴税金</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根据《中华人民共和国环境保护税法》（中华人民共和国主席令第 61 号）规定：</a:t>
            </a:r>
          </a:p>
          <a:p>
            <a:pPr algn="l">
              <a:lnSpc>
                <a:spcPts val="1820"/>
              </a:lnSpc>
              <a:spcBef>
                <a:spcPts val="200"/>
              </a:spcBef>
              <a:spcAft>
                <a:spcPts val="20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 3 项或前5 项进行征收，否则只按监测的污染物种类缴税，少缴了环保税，存在被补缴税款、滞纳金和罚款的风险。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 3 项或前 5 项应税污染物申报缴纳环境保护税。</a:t>
            </a:r>
          </a:p>
          <a:p>
            <a:pPr algn="l">
              <a:lnSpc>
                <a:spcPts val="1820"/>
              </a:lnSpc>
              <a:spcBef>
                <a:spcPts val="200"/>
              </a:spcBef>
              <a:spcAft>
                <a:spcPts val="200"/>
              </a:spcAft>
            </a:pPr>
            <a:r>
              <a:rPr sz="1400" b="0">
                <a:solidFill>
                  <a:srgbClr val="000000"/>
                </a:solidFill>
                <a:latin typeface="Microsoft YaHei"/>
              </a:rPr>
              <a:t>262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