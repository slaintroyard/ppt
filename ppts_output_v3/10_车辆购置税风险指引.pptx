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3104" y="274320"/>
            <a:ext cx="5486400" cy="5486400"/>
          </a:xfrm>
          <a:prstGeom prst="ellipse">
            <a:avLst/>
          </a:prstGeom>
          <a:solidFill>
            <a:srgbClr val="798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车辆购置税风险指引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749039"/>
            <a:ext cx="39620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CCCCCC"/>
                </a:solidFill>
                <a:latin typeface="Microsoft YaHei"/>
              </a:defRPr>
            </a:pPr>
            <a:r>
              <a:t>共 2 个风险点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ABBCC"/>
                </a:solidFill>
                <a:latin typeface="Microsoft YaHei"/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  <a:latin typeface="Microsoft YaHei"/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4F6B"/>
                </a:solidFill>
                <a:latin typeface="Microsoft YaHei"/>
              </a:rPr>
              <a:t>虚减应税车辆购置价格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720840"/>
            <a:ext cx="11277295" cy="27432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  <a:latin typeface="Microsoft YaHei"/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4F6B"/>
                </a:solidFill>
                <a:latin typeface="Microsoft YaHei"/>
              </a:rPr>
              <a:t>免减税车辆因转让、改变用途未计征车辆购置税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720840"/>
            <a:ext cx="11277295" cy="27432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