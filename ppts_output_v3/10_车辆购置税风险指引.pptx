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车辆购置税风险指引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ABBCC"/>
                </a:solidFill>
              </a:defRPr>
            </a:pPr>
            <a:r>
              <a:t>共 2 个风险点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99AA"/>
                </a:solidFill>
              </a:defRPr>
            </a:pPr>
            <a:r>
              <a:t>税费合规指引 (2.0版)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1500" b="1">
                <a:solidFill>
                  <a:srgbClr val="FFFFFF"/>
                </a:solidFill>
              </a:rPr>
              <a:t>车辆购置税风险指引  |  风险点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208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</a:rPr>
              <a:t>虚减应税车辆购置价格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</a:rPr>
              <a:t>【风险描述】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企业在购置车辆的时候，可能会与交易方确定一个低于正常价格的交易价格，或者将某一部分非货币性的支出不计入交易价格，这样的话就会减少车辆购置税应计税的价格，从而少缴纳本来应该缴纳的车辆购置税，会产生补缴税款、加收滞纳金的风险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1B5C9E"/>
                </a:solidFill>
                <a:latin typeface="Microsoft YaHei"/>
              </a:rPr>
              <a:t>【政策依据】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根据《中华人民共和国车辆购置税法》（中华人民共和国主席令第十九号）第六条的规定：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应税车辆的计税价格，按照下列规定确定：（一）纳税人购买自用应税车辆的计税价格，为纳税人实际支付给销售者的全部价款，不包括增值税税款；（二）纳税人进口自用应税车辆的计税价格，为关税完税价格加上关税和消费税；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（三）纳税人自产自用应税车辆的计税价格，按照纳税人生产的同类应税车辆的销售价格确定，不包括增值税税款；（四）纳税人以受赠、获奖或者其他方式取得自用应税车辆的计税价格，按照购置应税车辆时相关凭证载明的价格确定，不包括增值税税款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CC3333"/>
                </a:solidFill>
                <a:latin typeface="Microsoft YaHei"/>
              </a:rPr>
              <a:t>【预计风险】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企业在购置车辆的时候，如果出于纳税筹划的需要，将本来的车辆购置税的价款减少一部分，用实物来代替或者虚开发票，减少记录的计税价格，达到少缴税款的目的，在税务机关检查的时候，会产生补缴税款、加收滞纳金的风险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008040"/>
                </a:solidFill>
                <a:latin typeface="Microsoft YaHei"/>
              </a:rPr>
              <a:t>【解决方法】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企业自查在购置车辆时是否存在将实物抵减部分价款，而没有完整的计入车辆购置费用的情况，或者是否存在车辆价格明显偏低且无正当理由的情况，如果存在，应该及时改正。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1500" b="1">
                <a:solidFill>
                  <a:srgbClr val="FFFFFF"/>
                </a:solidFill>
              </a:rPr>
              <a:t>车辆购置税风险指引  |  风险点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208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</a:rPr>
              <a:t>免减税车辆因转让、改变用途未计征车辆购置税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</a:rPr>
              <a:t>【风险描述】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免税、减税车辆因转让、改变用途等原因不再属于免税、减税范围的，纳税人未在办理车辆转移登记或者变更登记前缴纳车辆购置税。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1B5C9E"/>
                </a:solidFill>
                <a:latin typeface="Microsoft YaHei"/>
              </a:rPr>
              <a:t>【政策依据】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根据《中华人民共和国车辆购置税法》（中华人民共和国主席令第十九号）规定：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免税、减税车辆因转让、改变用途等原因不再属于免税、减税范围的，纳税人应当在办理车辆转移登记或者变更登记前缴纳车辆购置税。计税价格以免税、减税车辆初次办理纳税申报时确定的计税价格为基准，每满一年扣减百分之十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CC3333"/>
                </a:solidFill>
                <a:latin typeface="Microsoft YaHei"/>
              </a:rPr>
              <a:t>【预计风险】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免税、减税车辆因转让、改变用途等原因不再属于免税、减税范围的，纳税人未在办理车辆转移登记或者变更登记前缴纳车辆购置税。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008040"/>
                </a:solidFill>
                <a:latin typeface="Microsoft YaHei"/>
              </a:rPr>
              <a:t>【解决方法】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企业应自查有无已经办理免税、减税手续的车辆因转让、改变用途等原因不再属于免税、减税范围的，如有，纳税人、纳税义务发生时间、应纳税额按以下规定执行：1.发生转让行为的，受让人为车辆购置税纳税人；未发生转让行为的，车辆所有人为车辆购置税纳税人。2.纳税义务发生时间为车辆转让或者用途改变等情形发生之日。3.应纳税额计算公式如下：应纳税额=初次办理纳税申报时确定的计税价格×（1-使用年限×10%）×10%-已纳税额，应纳税额不得为负数。使用年限的计算方法是，自纳税人初次办理纳税申报之日起，至不再属于免税、减税范围的情形发生之日止。使用年限取整计算，不满一年的不计算在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