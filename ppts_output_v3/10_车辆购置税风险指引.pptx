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2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208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虚减应税车辆购置价格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208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免减税车辆因转让、改变用途未计征车辆购置税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302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