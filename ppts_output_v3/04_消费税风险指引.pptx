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兼营不同税率应税消费品未分别核算，税率未从高</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按照《中华人民共和国消费税暂行条例》（中华人民共和国国务院令第 539 号）第三条规定：</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预收货款结算方式，未在发出商品时缴纳消费税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号）第八条规定：</a:t>
            </a:r>
          </a:p>
          <a:p>
            <a:pPr algn="l">
              <a:lnSpc>
                <a:spcPts val="1820"/>
              </a:lnSpc>
              <a:spcBef>
                <a:spcPts val="200"/>
              </a:spcBef>
              <a:spcAft>
                <a:spcPts val="200"/>
              </a:spcAft>
            </a:pPr>
            <a:r>
              <a:rPr sz="1400" b="0">
                <a:solidFill>
                  <a:srgbClr val="000000"/>
                </a:solidFill>
                <a:latin typeface="Microsoft YaHei"/>
              </a:rPr>
              <a:t>消费税纳税义务发生时间，根据《中华人民共和国消费税暂行条例》第四条的规定，分列如下：</a:t>
            </a:r>
          </a:p>
          <a:p>
            <a:pPr algn="l">
              <a:lnSpc>
                <a:spcPts val="1820"/>
              </a:lnSpc>
              <a:spcBef>
                <a:spcPts val="200"/>
              </a:spcBef>
              <a:spcAft>
                <a:spcPts val="200"/>
              </a:spcAft>
            </a:pPr>
            <a:r>
              <a:rPr sz="1400" b="0">
                <a:solidFill>
                  <a:srgbClr val="000000"/>
                </a:solidFill>
                <a:latin typeface="Microsoft YaHei"/>
              </a:rPr>
              <a:t>（一）纳税人销售应税消费品的，按不同的销售结算方式分别为：2.采取预收货款结算方式的，为发出应税消费品的当天。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自产应税消费品馈赠赞助，未视同销售缴纳消费税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自产应税消费品用于职工奖励或福利，未视同销售缴纳消费税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自产应税消费品用于业务宣传样品，未视同销售缴纳消费税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自产应税消费品用于投资入股未视同销售缴纳消费税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自产应税消费品用于抵债未视同销售缴纳消费税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自产应税消费品用于换取生产资料未视同销售缴纳消费税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 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未将价外费用确认为消费税的计税基数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 号）第六条规定：</a:t>
            </a:r>
          </a:p>
          <a:p>
            <a:pPr algn="l">
              <a:lnSpc>
                <a:spcPts val="1820"/>
              </a:lnSpc>
              <a:spcBef>
                <a:spcPts val="200"/>
              </a:spcBef>
              <a:spcAft>
                <a:spcPts val="200"/>
              </a:spcAft>
            </a:pPr>
            <a:r>
              <a:rPr sz="1400" b="0">
                <a:solidFill>
                  <a:srgbClr val="000000"/>
                </a:solidFill>
                <a:latin typeface="Microsoft YaHei"/>
              </a:rPr>
              <a:t>销售额为纳税人销售应税消费品向购买方收取的全部价款和价外费用。</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应税消费品连同包装物销售的，包装物未计入消费税计税基数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 12 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应税消费品以外币结算的，汇率适用错误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 日的人民币汇率中间价。纳税人应在事先确定采用何种折合率，确定后1 年内不得变更。企业往往为了降低税负在一年内随意变更折合率，存在风险。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 51 号）第十一条：</a:t>
            </a:r>
          </a:p>
          <a:p>
            <a:pPr algn="l">
              <a:lnSpc>
                <a:spcPts val="1820"/>
              </a:lnSpc>
              <a:spcBef>
                <a:spcPts val="200"/>
              </a:spcBef>
              <a:spcAft>
                <a:spcPts val="20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 年内不得变更。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 日的人民币汇率中间价。企业应在事先确定采用何种折合率，确定后1 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委托加工的应税消费品高于受托方的计税价格出售的，未再缴纳消费税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国家税务总局关于&lt;中华人民共和国消费税暂行条例实施细则&gt;有关条款解释的通知》（财法〔2012〕8 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受托方提供原材料的委托加工，未按销售自制应税消费品缴纳消费税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根据《中华人民共和国消费税暂行条例实施细则》（财政部令第51 号）第七条规定：</a:t>
            </a:r>
          </a:p>
          <a:p>
            <a:pPr algn="l">
              <a:lnSpc>
                <a:spcPts val="1820"/>
              </a:lnSpc>
              <a:spcBef>
                <a:spcPts val="200"/>
              </a:spcBef>
              <a:spcAft>
                <a:spcPts val="20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受托加工应税消费品未代收代缴消费税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l">
              <a:lnSpc>
                <a:spcPts val="1820"/>
              </a:lnSpc>
              <a:spcBef>
                <a:spcPts val="200"/>
              </a:spcBef>
              <a:spcAft>
                <a:spcPts val="20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l">
              <a:lnSpc>
                <a:spcPts val="1820"/>
              </a:lnSpc>
              <a:spcBef>
                <a:spcPts val="200"/>
              </a:spcBef>
              <a:spcAft>
                <a:spcPts val="20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1820"/>
              </a:lnSpc>
              <a:spcBef>
                <a:spcPts val="200"/>
              </a:spcBef>
              <a:spcAft>
                <a:spcPts val="200"/>
              </a:spcAft>
            </a:pPr>
            <a:r>
              <a:rPr sz="1400" b="0">
                <a:solidFill>
                  <a:srgbClr val="000000"/>
                </a:solidFill>
                <a:latin typeface="Microsoft YaHei"/>
              </a:rPr>
              <a:t>委托加工的应税消费品直接出售的，不再缴纳消费税。委托个人加工的应税消费品，由委托方收回后缴纳消费税。。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将粮食白酒按适用低税率的其他酒申报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 0.5 元/500 克（或者 500 毫升），其他酒税率从价10%。可能存在将粮食白酒混用为其他酒适用消费税税率的风险。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 2011 年第 53 号） 第二条的规定：二、配制酒消费税适用税率（一）以蒸馏酒或食用酒精为酒基，同时符合以下条件的配制酒，按消费税税目税率表“其他酒”10%适用税率征收消费税。1.具有国家相关部门批准的国食健字或卫食健字文号；2.酒精度低于 38 度（含）。</a:t>
            </a:r>
          </a:p>
          <a:p>
            <a:pPr algn="l">
              <a:lnSpc>
                <a:spcPts val="1820"/>
              </a:lnSpc>
              <a:spcBef>
                <a:spcPts val="200"/>
              </a:spcBef>
              <a:spcAft>
                <a:spcPts val="200"/>
              </a:spcAft>
            </a:pPr>
            <a:r>
              <a:rPr sz="1400" b="0">
                <a:solidFill>
                  <a:srgbClr val="000000"/>
                </a:solidFill>
                <a:latin typeface="Microsoft YaHei"/>
              </a:rPr>
              <a:t>（二）以发酵酒为酒基，酒精度低于20 度（含）的配制酒，按消费税税目税率表“其他酒”10%适用税率征收消费税。（三）其他配制酒，按消费税税目税率表“白酒”适用税率征收消费税。</a:t>
            </a:r>
          </a:p>
          <a:p>
            <a:pPr algn="l">
              <a:lnSpc>
                <a:spcPts val="1820"/>
              </a:lnSpc>
              <a:spcBef>
                <a:spcPts val="200"/>
              </a:spcBef>
              <a:spcAft>
                <a:spcPts val="200"/>
              </a:spcAft>
            </a:pPr>
            <a:r>
              <a:rPr sz="1400" b="0">
                <a:solidFill>
                  <a:srgbClr val="000000"/>
                </a:solidFill>
                <a:latin typeface="Microsoft YaHei"/>
              </a:rPr>
              <a:t>上述蒸馏酒或食用酒精为酒基是指酒基中蒸馏酒或食用酒精的比重超过 80%（含）；发酵酒为酒基是指酒基中发酵酒的比重超过80%（含）。。</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企业将粮食白酒混用为其他酒适用消费税税率。可能会产生补缴税款以及缴纳滞纳金的风险。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