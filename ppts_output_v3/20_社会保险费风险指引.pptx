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社会保险费风险指引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未规范办理职工参保登记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用人单位用工后不为职工办理参保登记，或只为部分职工办理参保登记，或只为职工办理部分险种参保登记。</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l">
              <a:lnSpc>
                <a:spcPts val="1820"/>
              </a:lnSpc>
              <a:spcBef>
                <a:spcPts val="200"/>
              </a:spcBef>
              <a:spcAft>
                <a:spcPts val="200"/>
              </a:spcAft>
            </a:pPr>
            <a:r>
              <a:rPr sz="14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 个工作日内办理完毕。</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用人单位未按照规定办理社会保险登记、变更登记或者注销登记，可能产生行政处罚、加收滞纳金、法定赔偿等风险。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用人单位在登记管理机关办理登记时同步办理社会保险登记；用人单位应当自用工之日起 30 日内，到社保经办机构办理职工参保登记。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不计、少计、漏计职工缴费工资。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企业未按规定规范计算缴费工资，职工缴费工资与其实际工资明显不符。</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根据《国家统计局关于工资总额组成的规定》（1990 年1月1日国家统计局令第 1 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 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用人单位未按时足额缴纳社会保险费的，可能产生行政处罚、加收滞纳金、法定赔偿、举报投诉等风险。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未及时申报新参保职工缴费工资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l">
              <a:lnSpc>
                <a:spcPts val="1820"/>
              </a:lnSpc>
              <a:spcBef>
                <a:spcPts val="200"/>
              </a:spcBef>
              <a:spcAft>
                <a:spcPts val="200"/>
              </a:spcAft>
            </a:pPr>
            <a:r>
              <a:rPr sz="1400" b="0">
                <a:solidFill>
                  <a:srgbClr val="000000"/>
                </a:solidFill>
                <a:latin typeface="Microsoft YaHei"/>
              </a:rPr>
              <a:t>根据《职工基本养老保险个人账户管理暂行办法》（劳办发〔1997〕116 号）第八条：新招职工（包括研究生、大学生、大中专毕业生等）以起薪当月工资收入作为缴费工资基数；从第二年起，按上一年实发工资的月平均工资作为缴费工资基数。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用人单位未及时申报新参保职工缴费工资，可能产生行政处罚、加收滞纳金、法定赔偿等风险。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 30 日内办理新增参保登记，且及时申报缴纳入职当月的社保费的，不认定为欠费，不加收滞纳金。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未规范核算职工月平均工资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未按国家规定的缴费工资项目和职工实际在岗时间，准确核算职工缴费工资。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 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用人单位未规范核算职工月平均工资，可能产生行政处罚、加收滞纳金、法定赔偿等风险。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未按期申报缴纳应缴社保费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申报、调整职工缴费工资后，未在每月征期内申报缴纳应缴社保费。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 年第1号）第二项：用人单位应当每月自行向税务部门申报应缴费额并缴纳社会保险费。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用人单位未按期申报缴纳应缴社保费，可能产生加收滞纳金、罚款、强制执行、影响纳税缴费信用评价等风险。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按期申报缴纳社保费。申报、调整职工缴费工资后，在每月征期内申报缴纳的社保费。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