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房产税风险指引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出租房屋在免租期未交房产税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企业出租房产，会存在合同里与承租方约定免收租金期限情况，企业通常认为免租期间不需要交房产税，未按房产原值缴纳房产税。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就业单位城镇土地使用税等政策的通知》（财税〔2010〕121号）第二条规定：对出租房产，租赁双方签订的租赁合同约定有免收租金期限的，免收租金期间由产权所有人按照房产原值缴纳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土地价值未计入房产价值缴纳房产税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就业单位城镇土地使用税等政策的通知》（财税〔2010〕121号）的规定：三、关于将地价计入房产原值征收房产税问题对按照房产原值计税的房产，无论会计上如何核算，房产原值均应包含地价，包括为取得土地使用权支付的价款、开发土地发生的成本费用等。宗地容积率低于0.5的，按房产建筑面积的2倍计算土地面积并据此确定计入房产原值的地价。</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取得土地价款、开发土地发生的成本费用如果未计入房产原值，导致企业房产税计税基础不准确，存在少缴房产税的风险。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房产原值是否包含地价，包括为取得土地使用权支付的价款、开发土地发生的成本费用等。宗地容积率低于0.5的，按房产建筑面积的2倍计算土地面积并据此确定计入房产原值的地价。按照房产原值计税的房产，如果地价未含在房产税计税基础里，企业应补缴房产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产权不清晰的房产未缴纳房产税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根据《中华人民共和国房产税暂行条例》（国发〔1986〕90号）第二条规定：</a:t>
            </a:r>
          </a:p>
          <a:p>
            <a:pPr algn="l">
              <a:lnSpc>
                <a:spcPts val="1820"/>
              </a:lnSpc>
              <a:spcBef>
                <a:spcPts val="200"/>
              </a:spcBef>
              <a:spcAft>
                <a:spcPts val="200"/>
              </a:spcAft>
            </a:pPr>
            <a:r>
              <a:rPr sz="14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房屋配套设施未记入房产原值少缴房产税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进一步明确房屋附属设备和配套设施计征房产税有关问题的通知》（国税发〔2005〕173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企业房屋附属设施和配套设施费未计入房产原值的，使得房产税的计税基数不准确，少缴了房产税，存在欠缴税金、滞纳金和罚款的风险。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未竣工验收但已实际使用的房产未缴房产税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房产税若干具体问题的解释和暂行规定》（财税地字〔1986〕第008号）的规定：十九、纳税人自建的房屋，自建成之次月起征收房产税。纳税人委托施工企业建设的房屋，从办理验收手续之次月起征收房产税。</a:t>
            </a:r>
          </a:p>
          <a:p>
            <a:pPr algn="l">
              <a:lnSpc>
                <a:spcPts val="1820"/>
              </a:lnSpc>
              <a:spcBef>
                <a:spcPts val="200"/>
              </a:spcBef>
              <a:spcAft>
                <a:spcPts val="200"/>
              </a:spcAft>
            </a:pPr>
            <a:r>
              <a:rPr sz="1400" b="0">
                <a:solidFill>
                  <a:srgbClr val="000000"/>
                </a:solidFill>
                <a:latin typeface="Microsoft YaHei"/>
              </a:rPr>
              <a:t>纳税人在办理验收手续前已使用或出租、出借的新建房屋，应按规定征收房产税。</a:t>
            </a:r>
          </a:p>
          <a:p>
            <a:pPr algn="l">
              <a:lnSpc>
                <a:spcPts val="1820"/>
              </a:lnSpc>
              <a:spcBef>
                <a:spcPts val="200"/>
              </a:spcBef>
              <a:spcAft>
                <a:spcPts val="200"/>
              </a:spcAft>
            </a:pPr>
            <a:r>
              <a:rPr sz="1400" b="0">
                <a:solidFill>
                  <a:srgbClr val="000000"/>
                </a:solidFill>
                <a:latin typeface="Microsoft YaHei"/>
              </a:rPr>
              <a:t>根据《国家税务总局关于房产税城镇土地使用税有关政策规定的通知》（国税发〔2003〕89号）的规定：二、关于确定房产税、城镇土地使用税纳税义务发生时间问题（四）房地产开发企业自用、出租、出借本企业建造的商品房，自房屋使用或交付之次月起计征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具备房屋功能的地下建筑未按规定缴纳房产税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具备房屋功能的地下建筑征收房产税的通知》（财税〔2005〕181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企业办公场地和经营用房包含地下室、半地下室的，应计入房产税的计税基础，否则存在少缴房产税的风险。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房屋改、扩建支出、更新改造支出未计入房产原值，少缴房产税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问题的通知》（财税〔2008〕152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房屋改扩建支出或更新改造支出费用如果不计入房产原值当中，使得房产税的计税基数不准确，少缴了房产税。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企业混淆办公与公益用房，少缴房产税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国家税务总局关于教育税收政策的通知》（财税〔2004〕39号）的规定：</a:t>
            </a:r>
          </a:p>
          <a:p>
            <a:pPr algn="l">
              <a:lnSpc>
                <a:spcPts val="1820"/>
              </a:lnSpc>
              <a:spcBef>
                <a:spcPts val="200"/>
              </a:spcBef>
              <a:spcAft>
                <a:spcPts val="200"/>
              </a:spcAft>
            </a:pPr>
            <a:r>
              <a:rPr sz="1400" b="0">
                <a:solidFill>
                  <a:srgbClr val="000000"/>
                </a:solidFill>
                <a:latin typeface="Microsoft YaHei"/>
              </a:rPr>
              <a:t>二、关于房产税、城镇土地使用税对国家拨付事业经费和企业办的各类学校、托儿所、幼儿园自用的房产、土地，免征房产税、城镇土地使用税。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企业应自查有无免征房产税的公益用房与经营用房混淆，经营用房未缴房产税的，应及时补缴。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自建房屋未缴纳房产税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房产税若干具体问题的解释和暂行规定》（财税地字〔1986〕第008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企业应核查“固定资产”账户中房屋、建筑物、构筑物等应税资产的原值，应按纳税义务性时间计算是否足额缴纳房产税。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减免房产税，未留存必要的备查资料</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实施小微企业普惠性税收减免政策的通知》（财税〔2019〕13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ts val="1820"/>
              </a:lnSpc>
              <a:spcBef>
                <a:spcPts val="200"/>
              </a:spcBef>
              <a:spcAft>
                <a:spcPts val="20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未按纳税义务发生时间缴纳房产税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存在未入账房产、办理验收手续前已使用或出租、出借的新建房屋，未按规定的纳税义务发生时间缴纳房产税的风险。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房产税若干具体问题的解释和暂行规定》（财税地字〔1986〕8号）第十九条规定：十九、关于新建的房屋如何征税？纳税人自建的房屋，自建成之次月起征收房产税。纳税人委托施工企业建设的房屋，从办理验收手续之次月起征收房产税。</a:t>
            </a:r>
          </a:p>
          <a:p>
            <a:pPr algn="l">
              <a:lnSpc>
                <a:spcPts val="1820"/>
              </a:lnSpc>
              <a:spcBef>
                <a:spcPts val="200"/>
              </a:spcBef>
              <a:spcAft>
                <a:spcPts val="200"/>
              </a:spcAft>
            </a:pPr>
            <a:r>
              <a:rPr sz="1400" b="0">
                <a:solidFill>
                  <a:srgbClr val="000000"/>
                </a:solidFill>
                <a:latin typeface="Microsoft YaHei"/>
              </a:rPr>
              <a:t>纳税人在办理验收手续前已使用或出租、出借的新建房屋，应按规定征收房产税。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存在未按规定的纳税义务发生时间缴纳房产税的风险。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查看“在建工程”科目、房产税缴纳台账、房屋出租或者出借协议，核实是否存在未及时申报缴纳房产税的风险。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出租房产未以租金收入为计税依据计算缴纳房产税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将自有房产出租其他企业使用，存在仍以房产余值申报缴纳房产税的风险。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存在仍以房产余值申报缴纳房产税的风险。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查看房产出租情况和经营租赁合同，核实出租房产的详细情况，确认是否已按照相关规定申报从租计征房产税。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向关联企业出租自有房产未按公允价值收取租金</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存在向关联企业出租自有房产未按公允价值收取租金少缴房产税的风险。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a:t>
            </a:r>
          </a:p>
          <a:p>
            <a:pPr algn="l">
              <a:lnSpc>
                <a:spcPts val="1820"/>
              </a:lnSpc>
              <a:spcBef>
                <a:spcPts val="200"/>
              </a:spcBef>
              <a:spcAft>
                <a:spcPts val="200"/>
              </a:spcAft>
            </a:pPr>
            <a:r>
              <a:rPr sz="1400" b="0">
                <a:solidFill>
                  <a:srgbClr val="000000"/>
                </a:solidFill>
                <a:latin typeface="Microsoft YaHei"/>
              </a:rPr>
              <a:t>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l">
              <a:lnSpc>
                <a:spcPts val="1820"/>
              </a:lnSpc>
              <a:spcBef>
                <a:spcPts val="200"/>
              </a:spcBef>
              <a:spcAft>
                <a:spcPts val="200"/>
              </a:spcAft>
            </a:pPr>
            <a:r>
              <a:rPr sz="1400" b="0">
                <a:solidFill>
                  <a:srgbClr val="000000"/>
                </a:solidFill>
                <a:latin typeface="Microsoft YaHei"/>
              </a:rPr>
              <a:t>根据《财政部国家税务总局关于安置残疾人就业单位城镇土地使用税等政策的通知》（财税〔2010〕121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l">
              <a:lnSpc>
                <a:spcPts val="1820"/>
              </a:lnSpc>
              <a:spcBef>
                <a:spcPts val="200"/>
              </a:spcBef>
              <a:spcAft>
                <a:spcPts val="200"/>
              </a:spcAft>
            </a:pPr>
            <a:r>
              <a:rPr sz="1400" b="0">
                <a:solidFill>
                  <a:srgbClr val="000000"/>
                </a:solidFill>
                <a:latin typeface="Microsoft YaHei"/>
              </a:rPr>
              <a:t>第三十五条 纳税人有下列情形之一的，税务机关有权核定其应纳税额：</a:t>
            </a:r>
          </a:p>
          <a:p>
            <a:pPr algn="l">
              <a:lnSpc>
                <a:spcPts val="1820"/>
              </a:lnSpc>
              <a:spcBef>
                <a:spcPts val="200"/>
              </a:spcBef>
              <a:spcAft>
                <a:spcPts val="200"/>
              </a:spcAft>
            </a:pPr>
            <a:r>
              <a:rPr sz="1400" b="0">
                <a:solidFill>
                  <a:srgbClr val="000000"/>
                </a:solidFill>
                <a:latin typeface="Microsoft YaHei"/>
              </a:rPr>
              <a:t>（六）纳税人申报的计税依据明显偏低，又无正当理由的。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存在将自有房产出租给关联企业使用，收取的租金明显偏低且无正当理由，未按市场价格计算房产税的风险。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持有抵债房产期间未缴纳房产税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ts val="1820"/>
              </a:lnSpc>
              <a:spcBef>
                <a:spcPts val="200"/>
              </a:spcBef>
              <a:spcAft>
                <a:spcPts val="200"/>
              </a:spcAft>
            </a:pPr>
            <a:r>
              <a:rPr sz="14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2023年第35号）的规定：</a:t>
            </a:r>
          </a:p>
          <a:p>
            <a:pPr algn="l">
              <a:lnSpc>
                <a:spcPts val="1820"/>
              </a:lnSpc>
              <a:spcBef>
                <a:spcPts val="200"/>
              </a:spcBef>
              <a:spcAft>
                <a:spcPts val="200"/>
              </a:spcAft>
            </a:pPr>
            <a:r>
              <a:rPr sz="14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抵债资产若为房屋不动产，在持有期间存在未缴纳房产税的风险。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查看抵债资产-房产清单、“抵债资产-房产”科目明细账及房产税申报台账，核实取得抵债房产是否按照规定申报缴纳房产税。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