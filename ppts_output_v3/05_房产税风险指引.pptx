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4F6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798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14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出租房屋在免租期未交房产税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土地价值未计入房产价值缴纳房产税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产权不清晰的房产未缴纳房产税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根据《中华人民共和国房产税暂行条例》（国发〔1986〕90号）第二条规定：</a:t>
            </a:r>
          </a:p>
          <a:p>
            <a:pPr algn="just">
              <a:lnSpc>
                <a:spcPct val="110000"/>
              </a:lnSpc>
              <a:spcBef>
                <a:spcPts val="0"/>
              </a:spcBef>
              <a:spcAft>
                <a:spcPts val="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房屋配套设施未记入房产原值少缴房产税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未竣工验收但已实际使用的房产未缴房产税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just">
              <a:lnSpc>
                <a:spcPct val="110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10000"/>
              </a:lnSpc>
              <a:spcBef>
                <a:spcPts val="0"/>
              </a:spcBef>
              <a:spcAft>
                <a:spcPts val="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具备房屋功能的地下建筑未按规定缴纳房产税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企业办公场地和经营用房包含地下室、半地下室的，应计入房产税的计税基础，否则存在少缴房产税的风险。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房屋改、扩建支出、更新改造支出未计入房产原值，少缴房产税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房屋改扩建支出或更新改造支出费用如果不计入房产原值当中，使得房产税的计税基数不准确，少缴了房产税。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企业混淆办公与公益用房，少缴房产税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国家税务总局关于教育税收政策的通知》（财税〔2004〕39号）的规定：</a:t>
            </a:r>
          </a:p>
          <a:p>
            <a:pPr algn="just">
              <a:lnSpc>
                <a:spcPct val="110000"/>
              </a:lnSpc>
              <a:spcBef>
                <a:spcPts val="0"/>
              </a:spcBef>
              <a:spcAft>
                <a:spcPts val="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企业应自查有无免征房产税的公益用房与经营用房混淆，经营用房未缴房产税的，应及时补缴。</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自建房屋未缴纳房产税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减免房产税，未留存必要的备查资料</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10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未按纳税义务发生时间缴纳房产税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存在未入账房产、办理验收手续前已使用或出租、出借的新建房屋，未按规定的纳税义务发生时间缴纳房产税的风险。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just">
              <a:lnSpc>
                <a:spcPct val="110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存在未按规定的纳税义务发生时间缴纳房产税的风险。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查看“在建工程”科目、房产税缴纳台账、房屋出租或者出借协议，核实是否存在未及时申报缴纳房产税的风险。</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出租房产未以租金收入为计税依据计算缴纳房产税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将自有房产出租其他企业使用，存在仍以房产余值申报缴纳房产税的风险。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存在仍以房产余值申报缴纳房产税的风险。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查看房产出租情况和经营租赁合同，核实出租房产的详细情况，确认是否已按照相关规定申报从租计征房产税。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向关联企业出租自有房产未按公允价值收取租金</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存在向关联企业出租自有房产未按公允价值收取租金少缴房产税的风险。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a:t>
            </a:r>
          </a:p>
          <a:p>
            <a:pPr algn="just">
              <a:lnSpc>
                <a:spcPct val="110000"/>
              </a:lnSpc>
              <a:spcBef>
                <a:spcPts val="0"/>
              </a:spcBef>
              <a:spcAft>
                <a:spcPts val="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10000"/>
              </a:lnSpc>
              <a:spcBef>
                <a:spcPts val="0"/>
              </a:spcBef>
              <a:spcAft>
                <a:spcPts val="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just">
              <a:lnSpc>
                <a:spcPct val="110000"/>
              </a:lnSpc>
              <a:spcBef>
                <a:spcPts val="0"/>
              </a:spcBef>
              <a:spcAft>
                <a:spcPts val="0"/>
              </a:spcAft>
            </a:pPr>
            <a:r>
              <a:rPr sz="1400" b="0">
                <a:solidFill>
                  <a:srgbClr val="000000"/>
                </a:solidFill>
                <a:latin typeface="Microsoft YaHei"/>
              </a:rPr>
              <a:t>第三十五条 纳税人有下列情形之一的，税务机关有权核定其应纳税额：</a:t>
            </a:r>
          </a:p>
          <a:p>
            <a:pPr algn="just">
              <a:lnSpc>
                <a:spcPct val="110000"/>
              </a:lnSpc>
              <a:spcBef>
                <a:spcPts val="0"/>
              </a:spcBef>
              <a:spcAft>
                <a:spcPts val="0"/>
              </a:spcAft>
            </a:pPr>
            <a:r>
              <a:rPr sz="1400" b="0">
                <a:solidFill>
                  <a:srgbClr val="000000"/>
                </a:solidFill>
                <a:latin typeface="Microsoft YaHei"/>
              </a:rPr>
              <a:t>（六）纳税人申报的计税依据明显偏低，又无正当理由的。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存在将自有房产出租给关联企业使用，收取的租金明显偏低且无正当理由，未按市场价格计算房产税的风险。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持有抵债房产期间未缴纳房产税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10000"/>
              </a:lnSpc>
              <a:spcBef>
                <a:spcPts val="0"/>
              </a:spcBef>
              <a:spcAft>
                <a:spcPts val="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just">
              <a:lnSpc>
                <a:spcPct val="110000"/>
              </a:lnSpc>
              <a:spcBef>
                <a:spcPts val="0"/>
              </a:spcBef>
              <a:spcAft>
                <a:spcPts val="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抵债资产若为房屋不动产，在持有期间存在未缴纳房产税的风险。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