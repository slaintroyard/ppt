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资源税纳税申报环节风险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资源税纳税义务人发生应纳税行为，未履行或未及时履行纳税申报义务。如纳税人发生开采应税矿产品并销售因不需开具发票即收入不入账，不缴税。2. 纳税人未按照《采矿许可证》标明的矿种进行申报，错误申报成其他矿产品导致税率错误，申报税款错误。</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l">
              <a:lnSpc>
                <a:spcPct val="125000"/>
              </a:lnSpc>
              <a:spcBef>
                <a:spcPts val="0"/>
              </a:spcBef>
              <a:spcAft>
                <a:spcPts val="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应申报，未申报，或者或者申报错误将面临补缴税款、征收滞纳金、行政处罚以及影响企业纳税信用评级等。</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错误按砂石从量计征申报纳税风险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自用应税产品未申报纳税风险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2020年第34号）二、纳税人自用应税产品应当缴纳资源税的情形，包括纳税人以应税产品用于非货币性资产交换、捐赠、偿债、赞助、集资、投资、广告、样品、职工福利、利润分配或者连续生产非应税产品等。</a:t>
            </a:r>
          </a:p>
          <a:p>
            <a:pPr algn="l">
              <a:lnSpc>
                <a:spcPct val="125000"/>
              </a:lnSpc>
              <a:spcBef>
                <a:spcPts val="0"/>
              </a:spcBef>
              <a:spcAft>
                <a:spcPts val="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自用应税产品应申报而未申报缴纳资源税，造成少缴税款风险。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资源税纳税地点错误风险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企业未向应税产品开采地或者生产地的税务机关申报缴纳资源税。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无证取水、超许可或超计划取水风险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企业未取得取水许可擅自取水；实际取水量超过取水许可额度、用水计划，未按累进税额申报；擅自改变取水用途。</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国家税务总局黑龙江省税务局黑龙江省水利厅关于印发《黑龙江省水资源税改革试点有关政策措施》的通知》规定：超计划取水实行累进加征，无证取水按3倍税额计征。</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企业未按规定申报水资源税，导致适用税率错误，产生纳税风险。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企业应先办理取水许可，严格按许可/ 计划取水；超量取水主动按累进税额申报；变更用途及时报备并调整适用税额。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取水计量设施缺失、损坏或数据失真风险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纳税人未按规定安装计量装置；计量故障未及时报修；篡改、伪造水量数据；无计量装置但按实际用水量申报。</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纳税人计量申报用水量不真实、不准确，需按最大取水能力核定，税负大幅增加。</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规范安装、定期校验计量设施；故障24小时内报备并修复；建立用水台账，确保数据真实可查。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纳税人申报水源、用途、税额适用错误风险</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纳税人进行申报时混淆地表水和 地下水；用途申报有误，错用低税额；地下水按地表水申报的风险。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纳税人申报填报错误，容易产生少缴税款风险。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纳税人应按取水口性质、行业、区域精准匹配税额；对照本省税额目录逐一核对。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