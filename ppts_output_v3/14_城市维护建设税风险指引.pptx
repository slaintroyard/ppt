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出口货物实行“免抵退”还的增值税，抵减了城建税计税依据</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企业出口符合“免抵退”情况的应税产品，增值税可以退还，以其为计税依据计算的城建税却不可以退还。</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国家税务总局关于生产企业出口货物实行免抵退税办法后有关城市维护建设税、教育费附加政策的通知》（财税〔2005〕25号）的规定：</a:t>
            </a:r>
          </a:p>
          <a:p>
            <a:pPr algn="just">
              <a:lnSpc>
                <a:spcPct val="125000"/>
              </a:lnSpc>
              <a:spcBef>
                <a:spcPts val="0"/>
              </a:spcBef>
              <a:spcAft>
                <a:spcPts val="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just">
              <a:lnSpc>
                <a:spcPct val="125000"/>
              </a:lnSpc>
              <a:spcBef>
                <a:spcPts val="0"/>
              </a:spcBef>
              <a:spcAft>
                <a:spcPts val="0"/>
              </a:spcAft>
            </a:pPr>
            <a:r>
              <a:rPr sz="1400" b="0">
                <a:solidFill>
                  <a:srgbClr val="000000"/>
                </a:solidFill>
                <a:latin typeface="Microsoft YaHei"/>
              </a:rPr>
              <a:t>二、2005年1月1日前，已按免抵的增值税税额征收的城市维护建设税和教育费附加不再退还，未征的不再补征。</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城市维护建设税适应税率错误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企业未按所在地区适用税率申报城市维护建设税，混淆适用税率进行纳税申报。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根据《城市维护建设税法》第四条的规定：城市维护建设税税率如下：</a:t>
            </a:r>
          </a:p>
          <a:p>
            <a:pPr algn="just">
              <a:lnSpc>
                <a:spcPct val="125000"/>
              </a:lnSpc>
              <a:spcBef>
                <a:spcPts val="0"/>
              </a:spcBef>
              <a:spcAft>
                <a:spcPts val="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企业未按所在地区适用税率申报城市维护建设税，存在少缴城建税的风险。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增值税留抵退税抵减城建税计税依据错误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房地产企业预售阶段预缴增值税时，收到增值税留抵退税，扣减城建税计税依据。</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根据《城市维护建设税法》第二条的规定：城市维护建设税以纳税人依法实际缴纳的增值税、消费税税额为计税依据。</a:t>
            </a:r>
          </a:p>
          <a:p>
            <a:pPr algn="just">
              <a:lnSpc>
                <a:spcPct val="125000"/>
              </a:lnSpc>
              <a:spcBef>
                <a:spcPts val="0"/>
              </a:spcBef>
              <a:spcAft>
                <a:spcPts val="0"/>
              </a:spcAft>
            </a:pPr>
            <a:r>
              <a:rPr sz="1400" b="0">
                <a:solidFill>
                  <a:srgbClr val="000000"/>
                </a:solidFill>
                <a:latin typeface="Microsoft YaHei"/>
              </a:rPr>
              <a:t>城市维护建设税的计税依据应当按照规定扣除期末留抵退税退还的增值税税额。</a:t>
            </a:r>
          </a:p>
          <a:p>
            <a:pPr algn="just">
              <a:lnSpc>
                <a:spcPct val="125000"/>
              </a:lnSpc>
              <a:spcBef>
                <a:spcPts val="0"/>
              </a:spcBef>
              <a:spcAft>
                <a:spcPts val="0"/>
              </a:spcAft>
            </a:pPr>
            <a:r>
              <a:rPr sz="1400" b="0">
                <a:solidFill>
                  <a:srgbClr val="000000"/>
                </a:solidFill>
                <a:latin typeface="Microsoft YaHei"/>
              </a:rPr>
              <a:t>《国家税务总局关于城市维护建设税征收管理有关事项的公告》（国家税务总局公告2021年第26号）一、城建税以纳税人依法实际缴纳的增值税、消费税（以下称两税）税额为计税依据。</a:t>
            </a:r>
          </a:p>
          <a:p>
            <a:pPr algn="just">
              <a:lnSpc>
                <a:spcPct val="125000"/>
              </a:lnSpc>
              <a:spcBef>
                <a:spcPts val="0"/>
              </a:spcBef>
              <a:spcAft>
                <a:spcPts val="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just">
              <a:lnSpc>
                <a:spcPct val="125000"/>
              </a:lnSpc>
              <a:spcBef>
                <a:spcPts val="0"/>
              </a:spcBef>
              <a:spcAft>
                <a:spcPts val="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just">
              <a:lnSpc>
                <a:spcPct val="125000"/>
              </a:lnSpc>
              <a:spcBef>
                <a:spcPts val="0"/>
              </a:spcBef>
              <a:spcAft>
                <a:spcPts val="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just">
              <a:lnSpc>
                <a:spcPct val="125000"/>
              </a:lnSpc>
              <a:spcBef>
                <a:spcPts val="0"/>
              </a:spcBef>
              <a:spcAft>
                <a:spcPts val="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房地产企业预售阶段预缴增值税时，收到增值税留抵退税，扣减城建税计税依据，少缴纳城市维护建设税。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房地产企业核查预售阶段预缴增值税，收到增值税留抵退税，是否扣减城建税计税依据。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